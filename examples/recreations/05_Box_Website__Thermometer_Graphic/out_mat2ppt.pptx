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51206400" cy="51206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2976800" y="3396342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3396342"/>
            <a:ext cx="420624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2481942"/>
            <a:ext cx="3657600" cy="3657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760231" y="5165885"/>
            <a:ext cx="238125" cy="18002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2976800" y="3396342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3396342"/>
            <a:ext cx="420624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0" y="2481942"/>
            <a:ext cx="3657600" cy="3657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60231" y="5165885"/>
            <a:ext cx="238125" cy="18002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76800" y="3396342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0" y="3396342"/>
            <a:ext cx="420624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0" y="2481942"/>
            <a:ext cx="3657600" cy="3657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60231" y="5165885"/>
            <a:ext cx="238125" cy="18002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976800" y="3396342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0" y="3396342"/>
            <a:ext cx="420624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0" y="2481942"/>
            <a:ext cx="3657600" cy="3657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60231" y="5165885"/>
            <a:ext cx="238125" cy="18002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976800" y="3396342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0" y="3396342"/>
            <a:ext cx="420624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0" y="2481942"/>
            <a:ext cx="3657600" cy="3657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760231" y="5165885"/>
            <a:ext cx="238125" cy="18002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2976800" y="3396342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0" y="3396342"/>
            <a:ext cx="420624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0" y="2481942"/>
            <a:ext cx="3657600" cy="3657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760231" y="5165885"/>
            <a:ext cx="238125" cy="18002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976800" y="3396342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28800" y="3396342"/>
            <a:ext cx="420624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0" y="2481942"/>
            <a:ext cx="3657600" cy="3657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760231" y="5165885"/>
            <a:ext cx="238125" cy="18002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976800" y="3396342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28800" y="3396342"/>
            <a:ext cx="420624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0" y="2481942"/>
            <a:ext cx="3657600" cy="3657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760231" y="5165885"/>
            <a:ext cx="238125" cy="18002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589031" y="13762844"/>
            <a:ext cx="4236244" cy="22159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0" y="18019039"/>
            <a:ext cx="4236244" cy="22159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0" y="22275234"/>
            <a:ext cx="4236244" cy="22159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458062" y="26531795"/>
            <a:ext cx="4236244" cy="22159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589031" y="30787990"/>
            <a:ext cx="4236244" cy="22159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667613" y="35044185"/>
            <a:ext cx="4236244" cy="22159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667613" y="39300380"/>
            <a:ext cx="4236244" cy="22159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405675" y="43556941"/>
            <a:ext cx="4236244" cy="22159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40%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536644" y="47813136"/>
            <a:ext cx="4236244" cy="22159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45%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0" y="9506649"/>
            <a:ext cx="4236244" cy="22159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2%</a:t>
            </a:r>
          </a:p>
        </p:txBody>
      </p:sp>
      <p:sp>
        <p:nvSpPr>
          <p:cNvPr id="44" name="Oval 43"/>
          <p:cNvSpPr/>
          <p:nvPr/>
        </p:nvSpPr>
        <p:spPr>
          <a:xfrm>
            <a:off x="42976800" y="3396342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828800" y="3396342"/>
            <a:ext cx="420624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0" y="2481942"/>
            <a:ext cx="3657600" cy="3657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760231" y="5165885"/>
            <a:ext cx="238125" cy="18002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98042" y="5574350"/>
            <a:ext cx="404814" cy="18002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2976800" y="3396342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828800" y="3396342"/>
            <a:ext cx="420624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0" y="2481942"/>
            <a:ext cx="3657600" cy="3657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760231" y="5165885"/>
            <a:ext cx="238125" cy="18002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398042" y="5574350"/>
            <a:ext cx="404814" cy="18002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98582" y="1010925"/>
            <a:ext cx="4236244" cy="22159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0%</a:t>
            </a:r>
          </a:p>
        </p:txBody>
      </p:sp>
      <p:sp>
        <p:nvSpPr>
          <p:cNvPr id="55" name="Oval 54"/>
          <p:cNvSpPr/>
          <p:nvPr/>
        </p:nvSpPr>
        <p:spPr>
          <a:xfrm>
            <a:off x="42976800" y="3396342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828800" y="3396342"/>
            <a:ext cx="420624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0" y="2481942"/>
            <a:ext cx="3657600" cy="3657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760231" y="5165885"/>
            <a:ext cx="238125" cy="18002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398042" y="5574350"/>
            <a:ext cx="404814" cy="18002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00" y="5267120"/>
            <a:ext cx="4236244" cy="22159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1%</a:t>
            </a:r>
          </a:p>
        </p:txBody>
      </p:sp>
      <p:sp>
        <p:nvSpPr>
          <p:cNvPr id="61" name="Oval 60"/>
          <p:cNvSpPr/>
          <p:nvPr/>
        </p:nvSpPr>
        <p:spPr>
          <a:xfrm>
            <a:off x="42976800" y="3396342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828800" y="3396342"/>
            <a:ext cx="420624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0" y="2481942"/>
            <a:ext cx="3657600" cy="3657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3760231" y="5165885"/>
            <a:ext cx="238125" cy="18002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398042" y="5574350"/>
            <a:ext cx="404814" cy="18002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2976800" y="3396342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3396342"/>
            <a:ext cx="420624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2481942"/>
            <a:ext cx="3657600" cy="3657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760231" y="5165885"/>
            <a:ext cx="238125" cy="18002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2976800" y="3396342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3396342"/>
            <a:ext cx="420624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0" y="2481942"/>
            <a:ext cx="3657600" cy="3657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60231" y="5165885"/>
            <a:ext cx="238125" cy="18002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76800" y="3396342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0" y="3396342"/>
            <a:ext cx="420624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0" y="2481942"/>
            <a:ext cx="3657600" cy="3657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60231" y="5165885"/>
            <a:ext cx="238125" cy="18002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976800" y="3396342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0" y="3396342"/>
            <a:ext cx="420624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0" y="2481942"/>
            <a:ext cx="3657600" cy="3657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60231" y="5165885"/>
            <a:ext cx="238125" cy="18002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976800" y="3396342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0" y="3396342"/>
            <a:ext cx="420624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0" y="2481942"/>
            <a:ext cx="3657600" cy="3657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760231" y="5165885"/>
            <a:ext cx="238125" cy="18002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2976800" y="3396342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0" y="3396342"/>
            <a:ext cx="420624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0" y="2481942"/>
            <a:ext cx="3657600" cy="3657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760231" y="5165885"/>
            <a:ext cx="238125" cy="18002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976800" y="3396342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28800" y="3396342"/>
            <a:ext cx="420624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0" y="2481942"/>
            <a:ext cx="3657600" cy="3657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760231" y="5165885"/>
            <a:ext cx="238125" cy="18002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976800" y="3396342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28800" y="3396342"/>
            <a:ext cx="420624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0" y="2481942"/>
            <a:ext cx="3657600" cy="3657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760231" y="5165885"/>
            <a:ext cx="238125" cy="18002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2976800" y="3396342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828800" y="3396342"/>
            <a:ext cx="420624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0" y="2481942"/>
            <a:ext cx="3657600" cy="3657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760231" y="5165885"/>
            <a:ext cx="238125" cy="18002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589031" y="1205947"/>
            <a:ext cx="4236244" cy="22159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50%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0" y="5462142"/>
            <a:ext cx="4236244" cy="22159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55%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0" y="9718337"/>
            <a:ext cx="4236244" cy="22159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60%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458062" y="13974898"/>
            <a:ext cx="4236244" cy="22159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65%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589031" y="18231093"/>
            <a:ext cx="4236244" cy="22159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70%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667613" y="22487288"/>
            <a:ext cx="4236244" cy="22159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75%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667613" y="26743483"/>
            <a:ext cx="4236244" cy="22159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80%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405675" y="31000044"/>
            <a:ext cx="4236244" cy="22159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85%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536644" y="35256239"/>
            <a:ext cx="4236244" cy="22159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90%</a:t>
            </a:r>
          </a:p>
        </p:txBody>
      </p:sp>
      <p:sp>
        <p:nvSpPr>
          <p:cNvPr id="47" name="Oval 46"/>
          <p:cNvSpPr/>
          <p:nvPr/>
        </p:nvSpPr>
        <p:spPr>
          <a:xfrm>
            <a:off x="42976800" y="3396342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828800" y="3396342"/>
            <a:ext cx="420624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0" y="2481942"/>
            <a:ext cx="3657600" cy="3657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760231" y="5165885"/>
            <a:ext cx="238125" cy="18002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976800" y="3396342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828800" y="3396342"/>
            <a:ext cx="420624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0" y="2481942"/>
            <a:ext cx="3657600" cy="3657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327093" y="39512434"/>
            <a:ext cx="4236244" cy="22159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95%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458062" y="43768629"/>
            <a:ext cx="4236244" cy="22159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98%</a:t>
            </a:r>
          </a:p>
        </p:txBody>
      </p:sp>
      <p:sp>
        <p:nvSpPr>
          <p:cNvPr id="56" name="Oval 55"/>
          <p:cNvSpPr/>
          <p:nvPr/>
        </p:nvSpPr>
        <p:spPr>
          <a:xfrm>
            <a:off x="42976800" y="3396342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0" y="3396342"/>
            <a:ext cx="420624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0" y="2481942"/>
            <a:ext cx="3657600" cy="3657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327093" y="48024824"/>
            <a:ext cx="4236244" cy="22159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