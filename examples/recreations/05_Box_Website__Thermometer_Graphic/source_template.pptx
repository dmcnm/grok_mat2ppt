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/>
  <p:sldSz cx="51206400" cy="51206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8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22" d="100"/>
          <a:sy n="22" d="100"/>
        </p:scale>
        <p:origin x="2700" y="36"/>
      </p:cViewPr>
      <p:guideLst>
        <p:guide orient="horz" pos="16128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0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3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4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5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98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28" userDrawn="1">
          <p15:clr>
            <a:srgbClr val="FBAE40"/>
          </p15:clr>
        </p15:guide>
        <p15:guide id="2" pos="1612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7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3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8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6EFAF-E347-4747-A338-7BC457339658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E96F5-9D8A-4470-9DC7-E08B9CE4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128" userDrawn="1">
          <p15:clr>
            <a:srgbClr val="F26B43"/>
          </p15:clr>
        </p15:guide>
        <p15:guide id="2" pos="16128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48</Words>
  <Application>Microsoft Office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4</cp:revision>
  <dcterms:created xsi:type="dcterms:W3CDTF">2022-11-27T06:02:45Z</dcterms:created>
  <dcterms:modified xsi:type="dcterms:W3CDTF">2022-11-27T08:25:10Z</dcterms:modified>
</cp:coreProperties>
</file>