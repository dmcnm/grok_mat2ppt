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51206400" cy="51206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589031" y="13762844"/>
            <a:ext cx="4236244" cy="221599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5%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0" y="18019039"/>
            <a:ext cx="4236244" cy="221599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10%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0" y="22275234"/>
            <a:ext cx="4236244" cy="221599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15%</a:t>
            </a:r>
          </a:p>
        </p:txBody>
      </p:sp>
      <p:sp>
        <p:nvSpPr>
          <p:cNvPr id="5" name="Rectangle 4"/>
          <p:cNvSpPr/>
          <p:nvPr/>
        </p:nvSpPr>
        <p:spPr>
          <a:xfrm>
            <a:off x="45458062" y="26531795"/>
            <a:ext cx="4236244" cy="221599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20%</a:t>
            </a:r>
          </a:p>
        </p:txBody>
      </p:sp>
      <p:sp>
        <p:nvSpPr>
          <p:cNvPr id="6" name="Rectangle 5"/>
          <p:cNvSpPr/>
          <p:nvPr/>
        </p:nvSpPr>
        <p:spPr>
          <a:xfrm>
            <a:off x="45589031" y="30787990"/>
            <a:ext cx="4236244" cy="221599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25%</a:t>
            </a:r>
          </a:p>
        </p:txBody>
      </p:sp>
      <p:sp>
        <p:nvSpPr>
          <p:cNvPr id="7" name="Rectangle 6"/>
          <p:cNvSpPr/>
          <p:nvPr/>
        </p:nvSpPr>
        <p:spPr>
          <a:xfrm>
            <a:off x="45667613" y="35044185"/>
            <a:ext cx="4236244" cy="221599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30%</a:t>
            </a:r>
          </a:p>
        </p:txBody>
      </p:sp>
      <p:sp>
        <p:nvSpPr>
          <p:cNvPr id="8" name="Rectangle 7"/>
          <p:cNvSpPr/>
          <p:nvPr/>
        </p:nvSpPr>
        <p:spPr>
          <a:xfrm>
            <a:off x="45667613" y="39300380"/>
            <a:ext cx="4236244" cy="221599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35%</a:t>
            </a:r>
          </a:p>
        </p:txBody>
      </p:sp>
      <p:sp>
        <p:nvSpPr>
          <p:cNvPr id="9" name="Rectangle 8"/>
          <p:cNvSpPr/>
          <p:nvPr/>
        </p:nvSpPr>
        <p:spPr>
          <a:xfrm>
            <a:off x="45405675" y="43556941"/>
            <a:ext cx="4236244" cy="221599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40%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536644" y="47813136"/>
            <a:ext cx="4236244" cy="221599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45%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0" y="9506649"/>
            <a:ext cx="4236244" cy="221599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2%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98582" y="1010925"/>
            <a:ext cx="4236244" cy="221599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0" y="5267120"/>
            <a:ext cx="4236244" cy="221599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1%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589031" y="1205947"/>
            <a:ext cx="4236244" cy="221599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0" y="5462142"/>
            <a:ext cx="4236244" cy="221599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55%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0" y="9718337"/>
            <a:ext cx="4236244" cy="221599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60%</a:t>
            </a:r>
          </a:p>
        </p:txBody>
      </p:sp>
      <p:sp>
        <p:nvSpPr>
          <p:cNvPr id="5" name="Rectangle 4"/>
          <p:cNvSpPr/>
          <p:nvPr/>
        </p:nvSpPr>
        <p:spPr>
          <a:xfrm>
            <a:off x="45458062" y="13974898"/>
            <a:ext cx="4236244" cy="221599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65%</a:t>
            </a:r>
          </a:p>
        </p:txBody>
      </p:sp>
      <p:sp>
        <p:nvSpPr>
          <p:cNvPr id="6" name="Rectangle 5"/>
          <p:cNvSpPr/>
          <p:nvPr/>
        </p:nvSpPr>
        <p:spPr>
          <a:xfrm>
            <a:off x="45589031" y="18231093"/>
            <a:ext cx="4236244" cy="221599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70%</a:t>
            </a:r>
          </a:p>
        </p:txBody>
      </p:sp>
      <p:sp>
        <p:nvSpPr>
          <p:cNvPr id="7" name="Rectangle 6"/>
          <p:cNvSpPr/>
          <p:nvPr/>
        </p:nvSpPr>
        <p:spPr>
          <a:xfrm>
            <a:off x="45667613" y="22487288"/>
            <a:ext cx="4236244" cy="221599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75%</a:t>
            </a:r>
          </a:p>
        </p:txBody>
      </p:sp>
      <p:sp>
        <p:nvSpPr>
          <p:cNvPr id="8" name="Rectangle 7"/>
          <p:cNvSpPr/>
          <p:nvPr/>
        </p:nvSpPr>
        <p:spPr>
          <a:xfrm>
            <a:off x="45667613" y="26743483"/>
            <a:ext cx="4236244" cy="221599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80%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5405675" y="31000044"/>
            <a:ext cx="4236244" cy="221599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85%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536644" y="35256239"/>
            <a:ext cx="4236244" cy="221599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90%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27093" y="39512434"/>
            <a:ext cx="4236244" cy="221599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95%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458062" y="43768629"/>
            <a:ext cx="4236244" cy="221599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98%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327093" y="48024824"/>
            <a:ext cx="4236244" cy="221599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100%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