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BB35-5FE2-4899-B7D8-594531009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C6DF7-8C35-4697-8422-B07FE3E34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87F68-3DA6-477D-969C-E3DE9A40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9311-268A-4844-A5F5-8F339C65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26D14-1BF1-4A4C-9456-40D9721F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5060-621F-476A-8E8A-73905A46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33E0-1197-4171-9A15-12C9D75F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A942-5E04-432D-BD00-DC867BEE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3084-91DF-4E0E-9AA0-20CD8393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C8F9-DB58-443E-B11D-44060D5C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5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11BD-8BDF-4889-9AEB-C42C6629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64DA3-B5E1-4BFD-BF15-E875DBA9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BAE1C-ABF1-46AA-AEDB-D5DEC8FF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200-ED5D-4100-9408-0FDBB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93766-F1B5-415B-A4E7-CCBC6C65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9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403-EEAF-4F1B-9897-B21BAEB5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7D0C-619E-4241-AEA7-055C6113B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11022-DF78-47C4-9E3A-EE83445F9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557F8-69D1-4C9A-BDEC-F8F2BC3C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16DED-EAEA-46F9-B401-3C7BF296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D13C-051A-4502-A610-97FC2DBD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4C78-7971-447E-8F97-D8939F55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7EB4-44C6-4878-8D1B-DA3EE23E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5A6C-5605-48FB-A977-50B2B52A4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5799A-3463-4D93-81DA-F1ADC9E3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7B7DB-C128-42F1-A5E0-E6DDEF684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25C9C-BE94-4289-9BA1-49E6E5A5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49E30-33BE-4E25-9216-EF974BEB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BB415-51A9-4A25-99E8-6B748341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0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F2A3-B958-487B-9164-32EE0E3F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C51EE-65DD-4509-9285-7BB0F877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E0AB4-2531-494A-861A-763C2F3C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9C1C6-A13A-4FDB-ADD6-73E086EB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4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BE9CA-E72F-495E-8FC8-73024586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C1A92-D064-4907-A73B-86DF4FE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BE75A-3A6A-489B-82CD-2D9F69C3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864D-916A-406D-A2D7-C1E4FD1E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ACE2-EFCF-41DE-B8B5-D4A177F0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BAE6D-AFA2-4B5C-9DF4-8EB4BA628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27010-64F1-4AD7-902C-30D9A67A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25E35-A69B-4C1C-8693-D9006B60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32E4D-E2B5-4A88-B2BB-5993D652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2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5989-9805-40DE-9C64-EB26CF36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12E0A-3571-4D12-AD6B-3DABB4BD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994F0-5237-45BF-8604-37CCAA31E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B96E5-509D-4E1C-BB5A-F213D26D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C6BF-F35E-41B1-974D-B9BA1ED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10619-49A1-4992-B8FD-601B2A3D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4E3F-22E0-4191-A26E-56AECB26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CB64F-EBDA-4319-9C10-C722DDA4E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490A3-F7DB-405F-9F2E-F61A38FA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03F6-C643-4926-885A-44944A9B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1CAF7-D8AA-4DA1-B41E-622002F0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0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D44A3-5CA0-4086-8A3C-5E15D2FAE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DF4AB-6617-4EC4-9A9F-B4F86209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E2B6-6E36-4B7C-B7B3-5838B27C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0331-D57A-428C-B478-28BC75E5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35D7-79D6-4A1D-9CEC-48AAB2D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465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3AED1-0294-4940-AEA5-FAF107CC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9E54-ABA5-4456-A972-AB9D5E1AF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778C-F9C9-4298-8536-C8441463C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FF97-D2E2-46FD-9B27-E1F5A5F04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E482E-BBFD-4D70-8641-4F7C3FDD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gif"/><Relationship Id="rId5" Type="http://schemas.openxmlformats.org/officeDocument/2006/relationships/image" Target="../media/image21.gif"/><Relationship Id="rId6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/>
        </p:txBody>
      </p:sp>
      <p:pic>
        <p:nvPicPr>
          <p:cNvPr id="4" name="Picture 3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150" y="321137"/>
            <a:ext cx="2829702" cy="2740365"/>
          </a:xfrm>
          <a:prstGeom prst="rect">
            <a:avLst/>
          </a:prstGeom>
        </p:spPr>
      </p:pic>
      <p:pic>
        <p:nvPicPr>
          <p:cNvPr id="5" name="Picture 4" descr="image2.jpg"/>
          <p:cNvPicPr>
            <a:picLocks noChangeAspect="1"/>
          </p:cNvPicPr>
          <p:nvPr/>
        </p:nvPicPr>
        <p:blipFill>
          <a:blip r:embed="rId3"/>
          <a:srcRect b="8148"/>
          <a:stretch>
            <a:fillRect/>
          </a:stretch>
        </p:blipFill>
        <p:spPr>
          <a:xfrm>
            <a:off x="503285" y="3796497"/>
            <a:ext cx="3350910" cy="2815071"/>
          </a:xfrm>
          <a:prstGeom prst="rect">
            <a:avLst/>
          </a:prstGeom>
        </p:spPr>
      </p:pic>
      <p:pic>
        <p:nvPicPr>
          <p:cNvPr id="6" name="Picture 5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815" y="3393064"/>
            <a:ext cx="2005279" cy="3218505"/>
          </a:xfrm>
          <a:prstGeom prst="rect">
            <a:avLst/>
          </a:prstGeom>
        </p:spPr>
      </p:pic>
      <p:pic>
        <p:nvPicPr>
          <p:cNvPr id="7" name="Picture 6" descr="image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2106" y="3373038"/>
            <a:ext cx="1906706" cy="3238530"/>
          </a:xfrm>
          <a:prstGeom prst="rect">
            <a:avLst/>
          </a:prstGeom>
        </p:spPr>
      </p:pic>
      <p:pic>
        <p:nvPicPr>
          <p:cNvPr id="8" name="Picture 7" descr="image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93" y="321137"/>
            <a:ext cx="2829702" cy="2740365"/>
          </a:xfrm>
          <a:prstGeom prst="rect">
            <a:avLst/>
          </a:prstGeom>
        </p:spPr>
      </p:pic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3815" y="227868"/>
            <a:ext cx="3391509" cy="2740365"/>
          </a:xfrm>
          <a:prstGeom prst="rect">
            <a:avLst/>
          </a:prstGeom>
        </p:spPr>
      </p:pic>
      <p:pic>
        <p:nvPicPr>
          <p:cNvPr id="10" name="Picture 9" descr="image6.jpg"/>
          <p:cNvPicPr>
            <a:picLocks noChangeAspect="1"/>
          </p:cNvPicPr>
          <p:nvPr/>
        </p:nvPicPr>
        <p:blipFill>
          <a:blip r:embed="rId8"/>
          <a:srcRect b="6314"/>
          <a:stretch>
            <a:fillRect/>
          </a:stretch>
        </p:blipFill>
        <p:spPr>
          <a:xfrm>
            <a:off x="4161251" y="4050517"/>
            <a:ext cx="2749509" cy="2630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530474" y="2255641"/>
            <a:ext cx="2323307" cy="20744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09786" y="329275"/>
            <a:ext cx="3142701" cy="19263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54" y="329275"/>
            <a:ext cx="2957992" cy="2957992"/>
          </a:xfrm>
          <a:prstGeom prst="rect">
            <a:avLst/>
          </a:prstGeom>
        </p:spPr>
      </p:pic>
      <p:pic>
        <p:nvPicPr>
          <p:cNvPr id="7" name="Picture 6" descr="image8.jpg"/>
          <p:cNvPicPr>
            <a:picLocks noChangeAspect="1"/>
          </p:cNvPicPr>
          <p:nvPr/>
        </p:nvPicPr>
        <p:blipFill>
          <a:blip r:embed="rId3"/>
          <a:srcRect r="10577"/>
          <a:stretch>
            <a:fillRect/>
          </a:stretch>
        </p:blipFill>
        <p:spPr>
          <a:xfrm>
            <a:off x="7472202" y="4476628"/>
            <a:ext cx="2216962" cy="2545781"/>
          </a:xfrm>
          <a:prstGeom prst="rect">
            <a:avLst/>
          </a:prstGeom>
        </p:spPr>
      </p:pic>
      <p:pic>
        <p:nvPicPr>
          <p:cNvPr id="8" name="Picture 7" descr="image9.gif"/>
          <p:cNvPicPr>
            <a:picLocks noChangeAspect="1"/>
          </p:cNvPicPr>
          <p:nvPr/>
        </p:nvPicPr>
        <p:blipFill>
          <a:blip r:embed="rId4"/>
          <a:srcRect t="10343" b="9782"/>
          <a:stretch>
            <a:fillRect/>
          </a:stretch>
        </p:blipFill>
        <p:spPr>
          <a:xfrm>
            <a:off x="4978085" y="329275"/>
            <a:ext cx="3337194" cy="4000865"/>
          </a:xfrm>
          <a:prstGeom prst="rect">
            <a:avLst/>
          </a:prstGeom>
        </p:spPr>
      </p:pic>
      <p:pic>
        <p:nvPicPr>
          <p:cNvPr id="9" name="Picture 8" descr="image9.gif"/>
          <p:cNvPicPr>
            <a:picLocks noChangeAspect="1"/>
          </p:cNvPicPr>
          <p:nvPr/>
        </p:nvPicPr>
        <p:blipFill>
          <a:blip r:embed="rId5"/>
          <a:srcRect t="10343" b="9782"/>
          <a:stretch>
            <a:fillRect/>
          </a:stretch>
        </p:blipFill>
        <p:spPr>
          <a:xfrm>
            <a:off x="8715969" y="329275"/>
            <a:ext cx="3337194" cy="4000865"/>
          </a:xfrm>
          <a:prstGeom prst="rect">
            <a:avLst/>
          </a:prstGeom>
        </p:spPr>
      </p:pic>
      <p:pic>
        <p:nvPicPr>
          <p:cNvPr id="10" name="Picture 9" descr="image10.jpg"/>
          <p:cNvPicPr>
            <a:picLocks noChangeAspect="1"/>
          </p:cNvPicPr>
          <p:nvPr/>
        </p:nvPicPr>
        <p:blipFill>
          <a:blip r:embed="rId6"/>
          <a:srcRect r="50317" b="14066"/>
          <a:stretch>
            <a:fillRect/>
          </a:stretch>
        </p:blipFill>
        <p:spPr>
          <a:xfrm>
            <a:off x="588142" y="3221979"/>
            <a:ext cx="3337194" cy="3155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cfam</cp:lastModifiedBy>
  <cp:revision>10</cp:revision>
  <cp:lastPrinted>2018-06-10T02:01:57Z</cp:lastPrinted>
  <dcterms:created xsi:type="dcterms:W3CDTF">2018-01-08T03:42:28Z</dcterms:created>
  <dcterms:modified xsi:type="dcterms:W3CDTF">2018-06-10T02:01:59Z</dcterms:modified>
</cp:coreProperties>
</file>