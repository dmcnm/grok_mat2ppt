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575" y="1122363"/>
            <a:ext cx="10858499" cy="238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HCCS Network Printer Installation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Douglas CoombsFebruary 6, 2018, Rev.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8121" y="1222110"/>
            <a:ext cx="11651454" cy="49548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Teacher’s LoungeColor HP Wireless (Model #): 192.168.1.57HP Color Laserjet 3500: 192.168.1.58Mrs. Teeter’s 1/2nd ClassroomBW: HP Laserjet 4050N: IP Address TBD (ideally 192.168.1.59)Outside Mrs. Sanchez ClassroomBW: HP Laserjet 4100: 192.168.1.97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6137" y="365125"/>
            <a:ext cx="10058400" cy="65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Installing a Network Printer Using TCP/IP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8121" y="1222110"/>
            <a:ext cx="11651454" cy="49548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Overview of stepsControl Panel -&gt; Devices and printersAdd a printer Add a Local PrinterCreate a New PortSelect Type of Port: Standard TCP/IP PortType IP Address in Hostname or IP address: 192.168.1.##Installing the Printer Driver Add Printer -&gt; Have DiskPrint Test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5021" y="365125"/>
            <a:ext cx="10032665" cy="65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Installing a Network Printer Using TCP/IP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8121" y="1222110"/>
            <a:ext cx="11651454" cy="49548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Control Panel -&gt; Devices and printersAdd a printer Add a Local Printer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5021" y="365125"/>
            <a:ext cx="10090538" cy="65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Installing a Network Printer Using TCP/IP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8121" y="1222110"/>
            <a:ext cx="11651454" cy="49548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Add a Local PrinterCreate a New PortSelect Type of Port: Standard TCP/IP Port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70" y="2597969"/>
            <a:ext cx="4593021" cy="3364315"/>
          </a:xfrm>
          <a:prstGeom prst="rect">
            <a:avLst/>
          </a:prstGeom>
        </p:spPr>
      </p:pic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564" y="1994356"/>
            <a:ext cx="5417084" cy="3967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5021" y="365125"/>
            <a:ext cx="10021090" cy="65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Installing a Network Printer Using TCP/IP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8121" y="1222110"/>
            <a:ext cx="11651454" cy="49548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Type IP Address in Hostname or IP address: 192.168.1.##Installing the Printer Driver Add Printer -&gt; Have Disk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793" y="2338086"/>
            <a:ext cx="4994305" cy="3658249"/>
          </a:xfrm>
          <a:prstGeom prst="rect">
            <a:avLst/>
          </a:prstGeom>
        </p:spPr>
      </p:pic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13" y="2338086"/>
            <a:ext cx="4994305" cy="36582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56111" y="5023414"/>
            <a:ext cx="983848" cy="2893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21619" y="3981690"/>
            <a:ext cx="3028709" cy="2125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21618" y="3692323"/>
            <a:ext cx="3028709" cy="1906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