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/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-14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F5BC345B-806D-4523-AA88-95484207C742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53" tIns="48327" rIns="96653" bIns="48327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F9F08863-769A-47E3-BADB-A9296A345CF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D153A-12D1-4FE1-B8BB-E64179AA97D7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2FB59-E83A-4ABC-863E-06B9C95C3E0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32</Words>
  <Application>Microsoft Office PowerPoint</Application>
  <PresentationFormat>On-screen Show (4:3)</PresentationFormat>
  <Paragraphs>14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dcoombs</dc:creator>
  <cp:lastModifiedBy>dcoombs</cp:lastModifiedBy>
  <cp:revision>23</cp:revision>
  <dcterms:created xsi:type="dcterms:W3CDTF">2011-08-01T06:22:55Z</dcterms:created>
  <dcterms:modified xsi:type="dcterms:W3CDTF">2011-08-01T09:53:11Z</dcterms:modified>
</cp:coreProperties>
</file>