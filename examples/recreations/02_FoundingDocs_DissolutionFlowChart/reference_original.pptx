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D380-C0C6-47DA-A8C8-C14F1039C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57881-F695-42B2-A2E4-91B8BB47B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D93DC-3E4B-42A1-A402-20F08B8D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E85B5-4365-4C0D-8D18-DA3BB0821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010F2-4DD5-4117-9F22-93D35E96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7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E91C-7678-4902-BE65-52362EDA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15C4-72C5-4178-B4EC-002B12B93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CCB1E-0B53-4E68-8EF2-9D93A462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5A92-10BB-4E7D-BDF5-1B26D604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AAAED-19CE-47AE-B6FA-64BA969D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4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599B-E06E-4FA7-8A06-6D331C3C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A7D03-27EA-467D-95EC-8200B92EC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88CC-310C-434F-93F1-032F8C05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413E-C5ED-462B-A3A4-5DC0878A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F6656-909B-4361-9AB5-17290FEE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8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FB45-2E73-47C5-A664-C917F681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F9F7D-E91E-4B7B-9159-DD73367FB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128E4-1383-4033-BBE1-244CFB092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5B4F6-70EE-4B61-8E27-9EF2D98A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2F6E8-F91C-4938-AC1E-3506620F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843E7-5CF3-453A-9E89-771B4C11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8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8780-9D01-44C5-85A4-FA658FFA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2C1B3-9375-4D50-9CB4-117CF91C1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F1DF8-572F-4BAB-B870-3D6BA05E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EBFB6-A27D-4A1D-9B0A-21C4A515A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1E3F6-565F-4C93-B42C-CAE6AE802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D9BEE-D3BA-49C3-8C5A-1409539F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B25B3-9984-4FC4-BEF5-87FFBF08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14082F-EAB5-40C2-89F1-30876C41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B187-713A-4ADB-910E-1CCD12BF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018E4-6004-4396-8CE2-27883484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719A6-9F98-4C23-9E27-7EEE2DC4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D58A9-4DFB-4AB3-B18F-B4043DE6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3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788B1-8F53-4EE6-9FF1-4888CAEF4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249D6-7861-40CD-B6EB-16417797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0D212-83FE-4FCB-B6C8-FE40E8CB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4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4512-140E-4173-AAF9-3D8223E2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D3F37-54C3-41D9-AEB3-7CF9F0A90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6E7BA-3178-4DBE-A826-0950A444A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C21CF-BA78-4DA3-BCC3-FC00A051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B6C47-009A-41E4-959E-F08F2AE4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A73BB-8166-47ED-AEEA-4B1E543A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3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7B15-0B81-45BF-9CD5-B730D447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AA211-938F-4EBA-BF38-D0448959E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6B5E5-AD61-4F4B-AAA2-17DB0A325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30ACE-1A71-4AE1-9D4B-024D3576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61A4D-53EE-4FA0-AC23-67F602DE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93DA0-D4DE-417E-BE03-1ABEC7BE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8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989A-2EBD-4C0B-98BA-5ACB7973D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0F2F7-9354-4119-9718-26D7C366B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87FD1-4C51-4EAF-A4A0-7D94CA70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E0840-7836-4370-B0D7-CA4EF255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51F8-D701-4C17-97DF-5F7BC95D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2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06C3C-2578-4C17-8DA4-6F1FB188F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D8E9E-5C64-4015-B829-65306E2F2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95A03-7513-4143-BA31-AC062599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4BC4C-4250-4683-85B7-2760734B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4DD6-92DB-4028-B5DF-BF90B67D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3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823D7-6362-4E8D-8D8F-7942CF7C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9752A-8D20-4E46-B14A-5CFC52F72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8CF49-0B82-4EE5-80F6-C8C07051D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99601-0382-4F90-98B8-74133653E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6ED40-23F0-4CFF-9CE5-BDE8D36D6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8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888D88C7-6762-4C78-8916-1D0C4BFB13BF}"/>
              </a:ext>
            </a:extLst>
          </p:cNvPr>
          <p:cNvSpPr/>
          <p:nvPr/>
        </p:nvSpPr>
        <p:spPr>
          <a:xfrm>
            <a:off x="5728260" y="132588"/>
            <a:ext cx="1855089" cy="98755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Are the Assets Artistic?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2F733734-16B4-4157-AFAB-D827E82B8156}"/>
              </a:ext>
            </a:extLst>
          </p:cNvPr>
          <p:cNvSpPr/>
          <p:nvPr/>
        </p:nvSpPr>
        <p:spPr>
          <a:xfrm>
            <a:off x="3700272" y="911352"/>
            <a:ext cx="2395728" cy="101498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Assets Reside at a School or Nonprofit?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61B0058F-D578-4078-9C40-7875AA985E9E}"/>
              </a:ext>
            </a:extLst>
          </p:cNvPr>
          <p:cNvSpPr/>
          <p:nvPr/>
        </p:nvSpPr>
        <p:spPr>
          <a:xfrm>
            <a:off x="1455384" y="1796796"/>
            <a:ext cx="2606040" cy="113385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School or Nonprofit will Accept Gift of  Artistic Assets?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1D32092F-5194-4F0C-B017-AC8DBD25D749}"/>
              </a:ext>
            </a:extLst>
          </p:cNvPr>
          <p:cNvSpPr/>
          <p:nvPr/>
        </p:nvSpPr>
        <p:spPr>
          <a:xfrm>
            <a:off x="150876" y="5690616"/>
            <a:ext cx="1508760" cy="97231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A) Artistic Assets gifted to school or non-profit where they reside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EB707B95-61CA-4D1D-9E97-E55B2EB7600E}"/>
              </a:ext>
            </a:extLst>
          </p:cNvPr>
          <p:cNvSpPr/>
          <p:nvPr/>
        </p:nvSpPr>
        <p:spPr>
          <a:xfrm>
            <a:off x="3443538" y="4507992"/>
            <a:ext cx="2370812" cy="215493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C) Artistic assets distributed equally among other affiliate schools where assets reside (or their specified non-profits).  Receiving schools must pay for associated packaging and transportation costs beyond what the St. Luke Guild monetary assets will cover.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16DA1B3F-672E-4C7F-A76E-8CB4D28A6CD8}"/>
              </a:ext>
            </a:extLst>
          </p:cNvPr>
          <p:cNvSpPr/>
          <p:nvPr/>
        </p:nvSpPr>
        <p:spPr>
          <a:xfrm>
            <a:off x="7729012" y="5675376"/>
            <a:ext cx="1975104" cy="98755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D) Monetary gifts tied to specific programs returned to original donors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49AA2648-4071-4D18-A4C3-D8E0C2CFE889}"/>
              </a:ext>
            </a:extLst>
          </p:cNvPr>
          <p:cNvSpPr/>
          <p:nvPr/>
        </p:nvSpPr>
        <p:spPr>
          <a:xfrm>
            <a:off x="9841687" y="5340096"/>
            <a:ext cx="2255824" cy="132283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F) Remaining monetary assets not used for distributing artistic assets distributed equally among schools where artistic assets reside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FADB28D4-17BD-4269-9492-83C0B9E24D91}"/>
              </a:ext>
            </a:extLst>
          </p:cNvPr>
          <p:cNvSpPr/>
          <p:nvPr/>
        </p:nvSpPr>
        <p:spPr>
          <a:xfrm>
            <a:off x="5951921" y="5675376"/>
            <a:ext cx="1639520" cy="98755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E) Non-monetary assets sold and proceeds enter general fund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2CE063F9-29DE-4A24-ABFB-D37F42C7B9A2}"/>
              </a:ext>
            </a:extLst>
          </p:cNvPr>
          <p:cNvSpPr/>
          <p:nvPr/>
        </p:nvSpPr>
        <p:spPr>
          <a:xfrm>
            <a:off x="1797207" y="5340096"/>
            <a:ext cx="1508760" cy="132283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B) Artistic Assets gifted to non-profit specified by school or non-profit where the asset resides.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7668367B-DFAD-4954-92F4-0C3CF89D3C7C}"/>
              </a:ext>
            </a:extLst>
          </p:cNvPr>
          <p:cNvSpPr/>
          <p:nvPr/>
        </p:nvSpPr>
        <p:spPr>
          <a:xfrm>
            <a:off x="7235877" y="1063752"/>
            <a:ext cx="2395728" cy="101498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Are Assets Monetary?</a:t>
            </a:r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4926C7B4-A795-4014-90E4-62F94ABE5D26}"/>
              </a:ext>
            </a:extLst>
          </p:cNvPr>
          <p:cNvSpPr/>
          <p:nvPr/>
        </p:nvSpPr>
        <p:spPr>
          <a:xfrm>
            <a:off x="9037245" y="1876044"/>
            <a:ext cx="2395728" cy="113385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Was money donated for a specific program?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57F43B-7017-4E0A-953F-8B714CF8A9B4}"/>
              </a:ext>
            </a:extLst>
          </p:cNvPr>
          <p:cNvCxnSpPr>
            <a:stCxn id="14" idx="3"/>
            <a:endCxn id="15" idx="0"/>
          </p:cNvCxnSpPr>
          <p:nvPr/>
        </p:nvCxnSpPr>
        <p:spPr>
          <a:xfrm>
            <a:off x="9631605" y="1571244"/>
            <a:ext cx="603504" cy="3048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5C3F80F-F4A4-4687-888F-D884B8FE4DB6}"/>
              </a:ext>
            </a:extLst>
          </p:cNvPr>
          <p:cNvCxnSpPr>
            <a:stCxn id="14" idx="1"/>
            <a:endCxn id="12" idx="0"/>
          </p:cNvCxnSpPr>
          <p:nvPr/>
        </p:nvCxnSpPr>
        <p:spPr>
          <a:xfrm rot="10800000" flipV="1">
            <a:off x="6771681" y="1571244"/>
            <a:ext cx="464196" cy="41041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C7A7775-84C5-4B82-90B1-8E2A0D8497F1}"/>
              </a:ext>
            </a:extLst>
          </p:cNvPr>
          <p:cNvCxnSpPr>
            <a:stCxn id="15" idx="1"/>
            <a:endCxn id="10" idx="0"/>
          </p:cNvCxnSpPr>
          <p:nvPr/>
        </p:nvCxnSpPr>
        <p:spPr>
          <a:xfrm rot="10800000" flipV="1">
            <a:off x="8716565" y="2442972"/>
            <a:ext cx="320681" cy="32324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A2036D9-BC5F-41EE-9D89-A3D9951FB2AF}"/>
              </a:ext>
            </a:extLst>
          </p:cNvPr>
          <p:cNvCxnSpPr>
            <a:stCxn id="15" idx="3"/>
            <a:endCxn id="11" idx="0"/>
          </p:cNvCxnSpPr>
          <p:nvPr/>
        </p:nvCxnSpPr>
        <p:spPr>
          <a:xfrm flipH="1">
            <a:off x="10969599" y="2442972"/>
            <a:ext cx="463374" cy="2897124"/>
          </a:xfrm>
          <a:prstGeom prst="bentConnector4">
            <a:avLst>
              <a:gd name="adj1" fmla="val -49334"/>
              <a:gd name="adj2" fmla="val 59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3B2E03E-DC04-418C-9868-A7116A6888C5}"/>
              </a:ext>
            </a:extLst>
          </p:cNvPr>
          <p:cNvCxnSpPr>
            <a:stCxn id="5" idx="3"/>
            <a:endCxn id="14" idx="0"/>
          </p:cNvCxnSpPr>
          <p:nvPr/>
        </p:nvCxnSpPr>
        <p:spPr>
          <a:xfrm>
            <a:off x="7583349" y="626364"/>
            <a:ext cx="850392" cy="4373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93A5028-36B2-4FF8-921A-E8D81987A379}"/>
              </a:ext>
            </a:extLst>
          </p:cNvPr>
          <p:cNvCxnSpPr>
            <a:cxnSpLocks/>
            <a:stCxn id="5" idx="1"/>
            <a:endCxn id="6" idx="0"/>
          </p:cNvCxnSpPr>
          <p:nvPr/>
        </p:nvCxnSpPr>
        <p:spPr>
          <a:xfrm rot="10800000" flipV="1">
            <a:off x="4898136" y="626364"/>
            <a:ext cx="830124" cy="2849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8631E10-988D-4B46-B238-BD513437308C}"/>
              </a:ext>
            </a:extLst>
          </p:cNvPr>
          <p:cNvCxnSpPr>
            <a:stCxn id="7" idx="1"/>
            <a:endCxn id="8" idx="0"/>
          </p:cNvCxnSpPr>
          <p:nvPr/>
        </p:nvCxnSpPr>
        <p:spPr>
          <a:xfrm rot="10800000" flipV="1">
            <a:off x="905256" y="2363724"/>
            <a:ext cx="550128" cy="33268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Decision 29">
            <a:extLst>
              <a:ext uri="{FF2B5EF4-FFF2-40B4-BE49-F238E27FC236}">
                <a16:creationId xmlns:a16="http://schemas.microsoft.com/office/drawing/2014/main" id="{C2F0D741-470A-42A7-9311-8CE2C208EDFB}"/>
              </a:ext>
            </a:extLst>
          </p:cNvPr>
          <p:cNvSpPr/>
          <p:nvPr/>
        </p:nvSpPr>
        <p:spPr>
          <a:xfrm>
            <a:off x="2880360" y="2662047"/>
            <a:ext cx="3215640" cy="14714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School or non-profit specifies alternate non-profit to receive artistic assets?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7465EC6-CA44-4EC2-8E29-72BF5230BEE7}"/>
              </a:ext>
            </a:extLst>
          </p:cNvPr>
          <p:cNvCxnSpPr>
            <a:stCxn id="30" idx="1"/>
            <a:endCxn id="13" idx="0"/>
          </p:cNvCxnSpPr>
          <p:nvPr/>
        </p:nvCxnSpPr>
        <p:spPr>
          <a:xfrm rot="10800000" flipV="1">
            <a:off x="2551588" y="3397758"/>
            <a:ext cx="328773" cy="19423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D00AE0B-3070-4EAF-A6D7-D26024828CD7}"/>
              </a:ext>
            </a:extLst>
          </p:cNvPr>
          <p:cNvCxnSpPr>
            <a:cxnSpLocks/>
            <a:stCxn id="30" idx="3"/>
            <a:endCxn id="9" idx="0"/>
          </p:cNvCxnSpPr>
          <p:nvPr/>
        </p:nvCxnSpPr>
        <p:spPr>
          <a:xfrm flipH="1">
            <a:off x="4628944" y="3397758"/>
            <a:ext cx="1467056" cy="1110234"/>
          </a:xfrm>
          <a:prstGeom prst="bentConnector4">
            <a:avLst>
              <a:gd name="adj1" fmla="val -15582"/>
              <a:gd name="adj2" fmla="val 831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A1A2EF3-729A-4D5D-A9E1-35616D36C959}"/>
              </a:ext>
            </a:extLst>
          </p:cNvPr>
          <p:cNvCxnSpPr>
            <a:stCxn id="7" idx="3"/>
            <a:endCxn id="30" idx="0"/>
          </p:cNvCxnSpPr>
          <p:nvPr/>
        </p:nvCxnSpPr>
        <p:spPr>
          <a:xfrm>
            <a:off x="4061424" y="2363724"/>
            <a:ext cx="426756" cy="2983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F64841D-4C7D-47AF-9185-5E93B4438E7A}"/>
              </a:ext>
            </a:extLst>
          </p:cNvPr>
          <p:cNvCxnSpPr>
            <a:stCxn id="6" idx="1"/>
            <a:endCxn id="7" idx="0"/>
          </p:cNvCxnSpPr>
          <p:nvPr/>
        </p:nvCxnSpPr>
        <p:spPr>
          <a:xfrm rot="10800000" flipV="1">
            <a:off x="2758404" y="1418844"/>
            <a:ext cx="941868" cy="3779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B9DA641-3932-4B12-9042-A20728ED88D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096000" y="1418844"/>
            <a:ext cx="240832" cy="249612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481E62E-58D4-4964-9983-72D20BB05F8F}"/>
              </a:ext>
            </a:extLst>
          </p:cNvPr>
          <p:cNvSpPr txBox="1"/>
          <p:nvPr/>
        </p:nvSpPr>
        <p:spPr>
          <a:xfrm>
            <a:off x="7660617" y="321171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A661E4-1AE2-49C0-8879-B76DCC57BFB0}"/>
              </a:ext>
            </a:extLst>
          </p:cNvPr>
          <p:cNvSpPr txBox="1"/>
          <p:nvPr/>
        </p:nvSpPr>
        <p:spPr>
          <a:xfrm>
            <a:off x="6772672" y="1278427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0DF77-7F6A-49E4-86AA-9135E6471CC8}"/>
              </a:ext>
            </a:extLst>
          </p:cNvPr>
          <p:cNvSpPr txBox="1"/>
          <p:nvPr/>
        </p:nvSpPr>
        <p:spPr>
          <a:xfrm>
            <a:off x="11292896" y="2165973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0C13F4-1EF7-49AD-AF53-FF5867A8508D}"/>
              </a:ext>
            </a:extLst>
          </p:cNvPr>
          <p:cNvSpPr txBox="1"/>
          <p:nvPr/>
        </p:nvSpPr>
        <p:spPr>
          <a:xfrm>
            <a:off x="3980555" y="2155692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4BB948-DDDF-4008-859C-95D02483A2EF}"/>
              </a:ext>
            </a:extLst>
          </p:cNvPr>
          <p:cNvSpPr txBox="1"/>
          <p:nvPr/>
        </p:nvSpPr>
        <p:spPr>
          <a:xfrm>
            <a:off x="5967829" y="3093720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648EDA-0A86-43E3-B21E-078AC9BEEAAC}"/>
              </a:ext>
            </a:extLst>
          </p:cNvPr>
          <p:cNvSpPr txBox="1"/>
          <p:nvPr/>
        </p:nvSpPr>
        <p:spPr>
          <a:xfrm>
            <a:off x="5967885" y="1165362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94FCDB-84AC-4455-B7E2-8EBF886F218E}"/>
              </a:ext>
            </a:extLst>
          </p:cNvPr>
          <p:cNvSpPr txBox="1"/>
          <p:nvPr/>
        </p:nvSpPr>
        <p:spPr>
          <a:xfrm>
            <a:off x="5048002" y="347847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Yes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BAF132-4B57-4F51-BC82-C09FC27AF305}"/>
              </a:ext>
            </a:extLst>
          </p:cNvPr>
          <p:cNvSpPr txBox="1"/>
          <p:nvPr/>
        </p:nvSpPr>
        <p:spPr>
          <a:xfrm>
            <a:off x="2958675" y="1123397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Yes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AB9DB2-3729-4645-8993-996710A18195}"/>
              </a:ext>
            </a:extLst>
          </p:cNvPr>
          <p:cNvSpPr txBox="1"/>
          <p:nvPr/>
        </p:nvSpPr>
        <p:spPr>
          <a:xfrm>
            <a:off x="833535" y="2099126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Yes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AA778A-9D1D-4832-95C0-3B835B542D9E}"/>
              </a:ext>
            </a:extLst>
          </p:cNvPr>
          <p:cNvSpPr txBox="1"/>
          <p:nvPr/>
        </p:nvSpPr>
        <p:spPr>
          <a:xfrm>
            <a:off x="2412588" y="3116562"/>
            <a:ext cx="53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32742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167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7</cp:revision>
  <dcterms:created xsi:type="dcterms:W3CDTF">2021-06-25T06:06:14Z</dcterms:created>
  <dcterms:modified xsi:type="dcterms:W3CDTF">2021-06-25T06:48:06Z</dcterms:modified>
</cp:coreProperties>
</file>