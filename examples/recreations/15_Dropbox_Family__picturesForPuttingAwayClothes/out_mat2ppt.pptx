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png"/><Relationship Id="rId8" Type="http://schemas.openxmlformats.org/officeDocument/2006/relationships/image" Target="../media/image7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jpg"/><Relationship Id="rId4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1124" y="321182"/>
            <a:ext cx="2829709" cy="2740349"/>
          </a:xfrm>
          <a:prstGeom prst="rect">
            <a:avLst/>
          </a:prstGeom>
        </p:spPr>
      </p:pic>
      <p:pic>
        <p:nvPicPr>
          <p:cNvPr id="3" name="Picture 2" descr="image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280" y="3796470"/>
            <a:ext cx="3350938" cy="2815094"/>
          </a:xfrm>
          <a:prstGeom prst="rect">
            <a:avLst/>
          </a:prstGeom>
        </p:spPr>
      </p:pic>
      <p:pic>
        <p:nvPicPr>
          <p:cNvPr id="4" name="Picture 3" descr="image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3812" y="3393058"/>
            <a:ext cx="2005279" cy="3218506"/>
          </a:xfrm>
          <a:prstGeom prst="rect">
            <a:avLst/>
          </a:prstGeom>
        </p:spPr>
      </p:pic>
      <p:pic>
        <p:nvPicPr>
          <p:cNvPr id="5" name="Picture 4" descr="image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92075" y="3373009"/>
            <a:ext cx="1906699" cy="3238555"/>
          </a:xfrm>
          <a:prstGeom prst="rect">
            <a:avLst/>
          </a:prstGeom>
        </p:spPr>
      </p:pic>
      <p:pic>
        <p:nvPicPr>
          <p:cNvPr id="6" name="Picture 5" descr="image1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8436" y="321182"/>
            <a:ext cx="2829709" cy="2740349"/>
          </a:xfrm>
          <a:prstGeom prst="rect">
            <a:avLst/>
          </a:prstGeom>
        </p:spPr>
      </p:pic>
      <p:pic>
        <p:nvPicPr>
          <p:cNvPr id="7" name="Picture 6" descr="imag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83812" y="227875"/>
            <a:ext cx="3391522" cy="2740350"/>
          </a:xfrm>
          <a:prstGeom prst="rect">
            <a:avLst/>
          </a:prstGeom>
        </p:spPr>
      </p:pic>
      <p:pic>
        <p:nvPicPr>
          <p:cNvPr id="8" name="Picture 7" descr="image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61281" y="4050563"/>
            <a:ext cx="2749552" cy="26301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917" y="329293"/>
            <a:ext cx="2957958" cy="2957958"/>
          </a:xfrm>
          <a:prstGeom prst="rect">
            <a:avLst/>
          </a:prstGeom>
        </p:spPr>
      </p:pic>
      <p:pic>
        <p:nvPicPr>
          <p:cNvPr id="3" name="Picture 2" descr="image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2206" y="4476589"/>
            <a:ext cx="2216995" cy="2545826"/>
          </a:xfrm>
          <a:prstGeom prst="rect">
            <a:avLst/>
          </a:prstGeom>
        </p:spPr>
      </p:pic>
      <p:pic>
        <p:nvPicPr>
          <p:cNvPr id="4" name="Picture 3" descr="image1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117" y="3221937"/>
            <a:ext cx="3337175" cy="31554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