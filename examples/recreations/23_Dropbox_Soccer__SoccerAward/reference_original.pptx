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058400" cy="77724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29" y="-91"/>
      </p:cViewPr>
      <p:guideLst>
        <p:guide orient="horz" pos="2448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09675" y="685800"/>
            <a:ext cx="44386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8115441-EE0F-4D96-8FA3-F5057983E24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7D6465-D6E9-4F93-BDE8-6F9A14D48C94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Soccer achievement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063" y="2414588"/>
            <a:ext cx="8550275" cy="16652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125" y="4403725"/>
            <a:ext cx="7042150" cy="1987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1812925"/>
            <a:ext cx="9051925" cy="5130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4994275"/>
            <a:ext cx="8548687" cy="154463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3294063"/>
            <a:ext cx="8548687" cy="17002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812925"/>
            <a:ext cx="4449762" cy="5130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812925"/>
            <a:ext cx="4449763" cy="5130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739900"/>
            <a:ext cx="4443412" cy="7254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8" y="2465388"/>
            <a:ext cx="4443412" cy="44783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0163" y="1739900"/>
            <a:ext cx="4445000" cy="7254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0163" y="2465388"/>
            <a:ext cx="4445000" cy="44783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9563"/>
            <a:ext cx="3308350" cy="13176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238" y="309563"/>
            <a:ext cx="5622925" cy="66341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1627188"/>
            <a:ext cx="3308350" cy="5316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675" y="5440363"/>
            <a:ext cx="6035675" cy="6429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675" y="693738"/>
            <a:ext cx="6035675" cy="4664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675" y="6083300"/>
            <a:ext cx="6035675" cy="911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1812925"/>
            <a:ext cx="9051925" cy="5130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975" y="311150"/>
            <a:ext cx="2262188" cy="663257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11150"/>
            <a:ext cx="6637337" cy="6632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MyAwardMaker_ED_00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7200" y="342900"/>
            <a:ext cx="9220200" cy="71247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4572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9144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3716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18288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2588" indent="-382588" algn="l" defTabSz="1019175" rtl="0" eaLnBrk="1" fontAlgn="base" hangingPunct="1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088" indent="-317500" algn="l" defTabSz="1019175" rtl="0" eaLnBrk="1" fontAlgn="base" hangingPunct="1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175" indent="-254000" algn="l" defTabSz="1019175" rtl="0" eaLnBrk="1" fontAlgn="base" hangingPunct="1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763" indent="-254000" algn="l" defTabSz="1019175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23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495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2067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6639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1211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>
            <p:ph type="ctrTitle"/>
          </p:nvPr>
        </p:nvSpPr>
        <p:spPr bwMode="auto">
          <a:xfrm>
            <a:off x="1828800" y="2362200"/>
            <a:ext cx="6492875" cy="685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3500"/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 bwMode="auto">
          <a:xfrm>
            <a:off x="2286000" y="3651250"/>
            <a:ext cx="5670550" cy="12255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cer achievement award certificat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Soccer achievement award certificate</Template>
  <TotalTime>1</TotalTime>
  <Words>3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Soccer achievement award certificate</vt:lpstr>
      <vt:lpstr>Slide 1</vt:lpstr>
    </vt:vector>
  </TitlesOfParts>
  <Manager/>
  <Company>Cenango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 Doug Coombs</dc:creator>
  <cp:keywords/>
  <dc:description/>
  <cp:lastModifiedBy> Doug Coombs</cp:lastModifiedBy>
  <cp:revision>1</cp:revision>
  <dcterms:created xsi:type="dcterms:W3CDTF">2010-05-14T17:07:41Z</dcterms:created>
  <dcterms:modified xsi:type="dcterms:W3CDTF">2010-05-14T17:08:43Z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TC103561951033</vt:lpwstr>
  </property>
</Properties>
</file>