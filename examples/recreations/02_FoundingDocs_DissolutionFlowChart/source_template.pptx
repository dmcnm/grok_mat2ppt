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D380-C0C6-47DA-A8C8-C14F1039C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57881-F695-42B2-A2E4-91B8BB47B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D93DC-3E4B-42A1-A402-20F08B8D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E85B5-4365-4C0D-8D18-DA3BB0821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010F2-4DD5-4117-9F22-93D35E96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7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E91C-7678-4902-BE65-52362EDA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15C4-72C5-4178-B4EC-002B12B93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CCB1E-0B53-4E68-8EF2-9D93A462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5A92-10BB-4E7D-BDF5-1B26D604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AAAED-19CE-47AE-B6FA-64BA969D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4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599B-E06E-4FA7-8A06-6D331C3C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A7D03-27EA-467D-95EC-8200B92EC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88CC-310C-434F-93F1-032F8C05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413E-C5ED-462B-A3A4-5DC0878A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F6656-909B-4361-9AB5-17290FEE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8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FB45-2E73-47C5-A664-C917F681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F9F7D-E91E-4B7B-9159-DD73367FB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128E4-1383-4033-BBE1-244CFB092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5B4F6-70EE-4B61-8E27-9EF2D98A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2F6E8-F91C-4938-AC1E-3506620F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843E7-5CF3-453A-9E89-771B4C11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8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8780-9D01-44C5-85A4-FA658FFA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2C1B3-9375-4D50-9CB4-117CF91C1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F1DF8-572F-4BAB-B870-3D6BA05E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EBFB6-A27D-4A1D-9B0A-21C4A515A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1E3F6-565F-4C93-B42C-CAE6AE802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D9BEE-D3BA-49C3-8C5A-1409539F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B25B3-9984-4FC4-BEF5-87FFBF08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14082F-EAB5-40C2-89F1-30876C41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B187-713A-4ADB-910E-1CCD12BF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018E4-6004-4396-8CE2-27883484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719A6-9F98-4C23-9E27-7EEE2DC4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D58A9-4DFB-4AB3-B18F-B4043DE6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3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788B1-8F53-4EE6-9FF1-4888CAEF4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249D6-7861-40CD-B6EB-16417797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0D212-83FE-4FCB-B6C8-FE40E8CB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4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4512-140E-4173-AAF9-3D8223E2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D3F37-54C3-41D9-AEB3-7CF9F0A90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6E7BA-3178-4DBE-A826-0950A444A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C21CF-BA78-4DA3-BCC3-FC00A051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B6C47-009A-41E4-959E-F08F2AE4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A73BB-8166-47ED-AEEA-4B1E543A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3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7B15-0B81-45BF-9CD5-B730D447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AA211-938F-4EBA-BF38-D0448959E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6B5E5-AD61-4F4B-AAA2-17DB0A325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30ACE-1A71-4AE1-9D4B-024D3576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61A4D-53EE-4FA0-AC23-67F602DE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93DA0-D4DE-417E-BE03-1ABEC7BE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8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989A-2EBD-4C0B-98BA-5ACB7973D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0F2F7-9354-4119-9718-26D7C366B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87FD1-4C51-4EAF-A4A0-7D94CA70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E0840-7836-4370-B0D7-CA4EF255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51F8-D701-4C17-97DF-5F7BC95D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2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06C3C-2578-4C17-8DA4-6F1FB188F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D8E9E-5C64-4015-B829-65306E2F2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95A03-7513-4143-BA31-AC062599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4BC4C-4250-4683-85B7-2760734B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4DD6-92DB-4028-B5DF-BF90B67D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3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823D7-6362-4E8D-8D8F-7942CF7C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9752A-8D20-4E46-B14A-5CFC52F72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8CF49-0B82-4EE5-80F6-C8C07051D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99601-0382-4F90-98B8-74133653E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6ED40-23F0-4CFF-9CE5-BDE8D36D6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8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167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7</cp:revision>
  <dcterms:created xsi:type="dcterms:W3CDTF">2021-06-25T06:06:14Z</dcterms:created>
  <dcterms:modified xsi:type="dcterms:W3CDTF">2021-06-25T06:48:06Z</dcterms:modified>
</cp:coreProperties>
</file>