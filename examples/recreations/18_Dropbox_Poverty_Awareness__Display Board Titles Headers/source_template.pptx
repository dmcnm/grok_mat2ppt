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/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116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F114B58-2238-4F3F-92DD-85FFB84F91E6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B160034-232D-4C35-AC1F-281A0D338D3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74306-02AE-426A-AAED-848208576C7F}" type="datetimeFigureOut">
              <a:rPr lang="en-US" smtClean="0"/>
              <a:t>12/13/2008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EFCB8-7653-4C48-8D1B-3C032576C0E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27</Words>
  <Application>Microsoft Office PowerPoint</Application>
  <PresentationFormat>On-screen Show (4:3)</PresentationFormat>
  <Paragraphs>12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 </cp:lastModifiedBy>
  <cp:revision>2</cp:revision>
  <dcterms:created xsi:type="dcterms:W3CDTF">2008-12-13T21:28:40Z</dcterms:created>
  <dcterms:modified xsi:type="dcterms:W3CDTF">2008-12-15T18:03:15Z</dcterms:modified>
</cp:coreProperties>
</file>