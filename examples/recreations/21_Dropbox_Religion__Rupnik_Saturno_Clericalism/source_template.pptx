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41" d="100"/>
          <a:sy n="141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F1E5-68B4-AD40-F5D2-D588E349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16E72-659C-A9CD-08B6-83FB85495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36810-E0A5-DC15-B25C-0A6F29D76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6C765-34AE-3B3C-9A20-B8D594420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B0A9-2157-4ED5-41A6-C56CFE38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8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DBC7-54DE-5498-8E77-799EEEC4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D2890-5D4D-390B-CC49-5D0DD28F5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B10EF-FBE4-3C16-61EA-5A5905A0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E46C1-E902-798D-68F8-AF167F50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A3B31-6796-B72F-06A0-943949E9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6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3CCD-88F3-C096-701E-182CF2DD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C41C6-A6B8-0BF2-6B8B-99B368C10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C49F5-5E0F-AF1C-CFF3-5641C556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990-51CD-3DCC-D538-EE04057F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D9068-B576-075B-2D3A-C9D3618A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4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4E9B-308B-5D3B-98BE-B1AEE5E0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60A0-0D22-00F1-5C6A-1B8E02C75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2AFD5-97BD-D722-6120-141FD3B65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9C1BF-F9B6-712D-65FC-0736E981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80C35-4C9B-0818-E52B-2236990A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3D09A-E733-553B-F32E-C9BA6FF2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0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1FA1-1D09-061C-B2A7-7B24B263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AA7E7-B764-4F05-86A4-9708F9310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FF651-EB1B-738A-D13E-E901AE580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7FA95-015D-F71C-E68F-85753E61F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EA796-F3D6-1581-F573-AFF53BDB6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9E630-BEB8-2EEF-A5E4-AC401505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EE921-E2F8-8669-8A92-C2D833BB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0EEAD-925F-FCDD-D0DB-2D6FD9DD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6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3EB0-D5A2-B6D1-0039-9CCB53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97FF2-99B9-095C-B34B-093CCBE6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0FBB6-E91C-0246-F0E1-1061ADCB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81309-5EA2-FB70-FC18-39DC302D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55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4DE0A-4774-8B77-9C2D-6C6FA4EA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D11D9-69CB-839C-F452-8049F54A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D91D-ACD7-C749-279F-61CE96CE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4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9CE3-543A-BF4E-54EF-DD1689F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B8F4C-3B44-0B37-C7D4-24B701EC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EC6BB-0284-5B2A-8A73-DDB78C81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E9850-F936-4086-2F6E-9D7DF330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F280D-1310-1F8C-A5E9-E0A5F827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CE06E-4786-18B6-E437-F7A8609C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13A6-545A-2581-D684-F265FE4B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AD9A3-FC42-15B5-57C1-4DE7BBDC4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4BD9D-C65E-CC48-7EF3-77C0F9BD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EECAE-A372-385F-C5B6-707AC8A8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98295-4F4D-8ADD-3EEC-5F9517F7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67060-8E24-231D-C5C5-F23978CD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6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51F0-A2FA-01BA-5141-6064D1DB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FE385-90E2-F519-4252-CE346C4AD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293E-938D-DE2C-06CD-26A65876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75A13-DDFF-B0F5-0D40-80293D30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49AE5-7839-D990-8FF8-6F696C03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2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19F1D9-CC9F-01DC-6EEE-AF9E455C0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CBA38-8D4F-542E-BE60-0D89BAA16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CDB-2DBB-9AA2-A911-D030471A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ECB9D-576B-7813-6D6F-34708712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46D2-B9CD-9E80-5D73-05979C47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6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87A59-E909-A7AD-5638-0598271A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E2022-5A09-7D64-7E81-B1E67F722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CF6BB-63CF-2F84-2546-2DC528377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5E60F-0558-4F08-8A9F-A8C7708DFBA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FE0EF-0382-D6A0-0C66-89FC58A19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0C1D-AD1F-2626-048B-F95F3723A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2B1DD-CD0E-4D8F-8F2D-CD486A006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4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1</cp:revision>
  <dcterms:created xsi:type="dcterms:W3CDTF">2023-10-31T05:41:34Z</dcterms:created>
  <dcterms:modified xsi:type="dcterms:W3CDTF">2023-10-31T05:45:40Z</dcterms:modified>
</cp:coreProperties>
</file>