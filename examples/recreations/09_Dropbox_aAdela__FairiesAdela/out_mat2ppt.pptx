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10200" y="1143000"/>
            <a:ext cx="3429000" cy="2057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Daisy Fairy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89098" y="2514600"/>
            <a:ext cx="2535702" cy="685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Rose Fairy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