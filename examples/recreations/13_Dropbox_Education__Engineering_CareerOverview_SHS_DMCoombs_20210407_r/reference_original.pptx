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3"/>
  </p:notesMasterIdLst>
  <p:handoutMasterIdLst>
    <p:handoutMasterId r:id="rId14"/>
  </p:handoutMasterIdLst>
  <p:sldIdLst>
    <p:sldId id="595" r:id="rId2"/>
    <p:sldId id="599" r:id="rId3"/>
    <p:sldId id="630" r:id="rId4"/>
    <p:sldId id="631" r:id="rId5"/>
    <p:sldId id="633" r:id="rId6"/>
    <p:sldId id="637" r:id="rId7"/>
    <p:sldId id="638" r:id="rId8"/>
    <p:sldId id="639" r:id="rId9"/>
    <p:sldId id="640" r:id="rId10"/>
    <p:sldId id="634" r:id="rId11"/>
    <p:sldId id="635" r:id="rId12"/>
  </p:sldIdLst>
  <p:sldSz cx="9144000" cy="6858000" type="screen4x3"/>
  <p:notesSz cx="6858000" cy="9144000"/>
  <p:defaultTextStyle>
    <a:defPPr>
      <a:defRPr lang="en-GB"/>
    </a:defPPr>
    <a:lvl1pPr algn="l" defTabSz="457200" rtl="0" fontAlgn="base">
      <a:spcBef>
        <a:spcPct val="0"/>
      </a:spcBef>
      <a:spcAft>
        <a:spcPct val="0"/>
      </a:spcAft>
      <a:buClr>
        <a:srgbClr val="000000"/>
      </a:buClr>
      <a:buSzPct val="100000"/>
      <a:buFont typeface="Arial" charset="0"/>
      <a:defRPr sz="2000" kern="1200">
        <a:solidFill>
          <a:schemeClr val="bg1"/>
        </a:solidFill>
        <a:latin typeface="Arial" charset="0"/>
        <a:ea typeface="+mn-ea"/>
        <a:cs typeface="Lucida Sans Unicode" charset="0"/>
      </a:defRPr>
    </a:lvl1pPr>
    <a:lvl2pPr marL="457200" algn="l" defTabSz="457200" rtl="0" fontAlgn="base">
      <a:spcBef>
        <a:spcPct val="0"/>
      </a:spcBef>
      <a:spcAft>
        <a:spcPct val="0"/>
      </a:spcAft>
      <a:buClr>
        <a:srgbClr val="000000"/>
      </a:buClr>
      <a:buSzPct val="100000"/>
      <a:buFont typeface="Arial" charset="0"/>
      <a:defRPr sz="2000" kern="1200">
        <a:solidFill>
          <a:schemeClr val="bg1"/>
        </a:solidFill>
        <a:latin typeface="Arial" charset="0"/>
        <a:ea typeface="+mn-ea"/>
        <a:cs typeface="Lucida Sans Unicode" charset="0"/>
      </a:defRPr>
    </a:lvl2pPr>
    <a:lvl3pPr marL="914400" algn="l" defTabSz="457200" rtl="0" fontAlgn="base">
      <a:spcBef>
        <a:spcPct val="0"/>
      </a:spcBef>
      <a:spcAft>
        <a:spcPct val="0"/>
      </a:spcAft>
      <a:buClr>
        <a:srgbClr val="000000"/>
      </a:buClr>
      <a:buSzPct val="100000"/>
      <a:buFont typeface="Arial" charset="0"/>
      <a:defRPr sz="2000" kern="1200">
        <a:solidFill>
          <a:schemeClr val="bg1"/>
        </a:solidFill>
        <a:latin typeface="Arial" charset="0"/>
        <a:ea typeface="+mn-ea"/>
        <a:cs typeface="Lucida Sans Unicode" charset="0"/>
      </a:defRPr>
    </a:lvl3pPr>
    <a:lvl4pPr marL="1371600" algn="l" defTabSz="457200" rtl="0" fontAlgn="base">
      <a:spcBef>
        <a:spcPct val="0"/>
      </a:spcBef>
      <a:spcAft>
        <a:spcPct val="0"/>
      </a:spcAft>
      <a:buClr>
        <a:srgbClr val="000000"/>
      </a:buClr>
      <a:buSzPct val="100000"/>
      <a:buFont typeface="Arial" charset="0"/>
      <a:defRPr sz="2000" kern="1200">
        <a:solidFill>
          <a:schemeClr val="bg1"/>
        </a:solidFill>
        <a:latin typeface="Arial" charset="0"/>
        <a:ea typeface="+mn-ea"/>
        <a:cs typeface="Lucida Sans Unicode" charset="0"/>
      </a:defRPr>
    </a:lvl4pPr>
    <a:lvl5pPr marL="1828800" algn="l" defTabSz="457200" rtl="0" fontAlgn="base">
      <a:spcBef>
        <a:spcPct val="0"/>
      </a:spcBef>
      <a:spcAft>
        <a:spcPct val="0"/>
      </a:spcAft>
      <a:buClr>
        <a:srgbClr val="000000"/>
      </a:buClr>
      <a:buSzPct val="100000"/>
      <a:buFont typeface="Arial" charset="0"/>
      <a:defRPr sz="2000" kern="1200">
        <a:solidFill>
          <a:schemeClr val="bg1"/>
        </a:solidFill>
        <a:latin typeface="Arial" charset="0"/>
        <a:ea typeface="+mn-ea"/>
        <a:cs typeface="Lucida Sans Unicode" charset="0"/>
      </a:defRPr>
    </a:lvl5pPr>
    <a:lvl6pPr marL="2286000" algn="l" defTabSz="914400" rtl="0" eaLnBrk="1" latinLnBrk="0" hangingPunct="1">
      <a:defRPr sz="2000" kern="1200">
        <a:solidFill>
          <a:schemeClr val="bg1"/>
        </a:solidFill>
        <a:latin typeface="Arial" charset="0"/>
        <a:ea typeface="+mn-ea"/>
        <a:cs typeface="Lucida Sans Unicode" charset="0"/>
      </a:defRPr>
    </a:lvl6pPr>
    <a:lvl7pPr marL="2743200" algn="l" defTabSz="914400" rtl="0" eaLnBrk="1" latinLnBrk="0" hangingPunct="1">
      <a:defRPr sz="2000" kern="1200">
        <a:solidFill>
          <a:schemeClr val="bg1"/>
        </a:solidFill>
        <a:latin typeface="Arial" charset="0"/>
        <a:ea typeface="+mn-ea"/>
        <a:cs typeface="Lucida Sans Unicode" charset="0"/>
      </a:defRPr>
    </a:lvl7pPr>
    <a:lvl8pPr marL="3200400" algn="l" defTabSz="914400" rtl="0" eaLnBrk="1" latinLnBrk="0" hangingPunct="1">
      <a:defRPr sz="2000" kern="1200">
        <a:solidFill>
          <a:schemeClr val="bg1"/>
        </a:solidFill>
        <a:latin typeface="Arial" charset="0"/>
        <a:ea typeface="+mn-ea"/>
        <a:cs typeface="Lucida Sans Unicode" charset="0"/>
      </a:defRPr>
    </a:lvl8pPr>
    <a:lvl9pPr marL="3657600" algn="l" defTabSz="914400" rtl="0" eaLnBrk="1" latinLnBrk="0" hangingPunct="1">
      <a:defRPr sz="2000" kern="1200">
        <a:solidFill>
          <a:schemeClr val="bg1"/>
        </a:solidFill>
        <a:latin typeface="Arial" charset="0"/>
        <a:ea typeface="+mn-ea"/>
        <a:cs typeface="Lucida Sans Unicode"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742">
          <p15:clr>
            <a:srgbClr val="A4A3A4"/>
          </p15:clr>
        </p15:guide>
        <p15:guide id="2" pos="202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79"/>
    <a:srgbClr val="F7FECE"/>
    <a:srgbClr val="FCFC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056" autoAdjust="0"/>
    <p:restoredTop sz="74447" autoAdjust="0"/>
  </p:normalViewPr>
  <p:slideViewPr>
    <p:cSldViewPr>
      <p:cViewPr varScale="1">
        <p:scale>
          <a:sx n="117" d="100"/>
          <a:sy n="117" d="100"/>
        </p:scale>
        <p:origin x="2874" y="102"/>
      </p:cViewPr>
      <p:guideLst>
        <p:guide orient="horz" pos="2160"/>
        <p:guide pos="2880"/>
      </p:guideLst>
    </p:cSldViewPr>
  </p:slideViewPr>
  <p:outlineViewPr>
    <p:cViewPr varScale="1">
      <p:scale>
        <a:sx n="170" d="200"/>
        <a:sy n="170" d="200"/>
      </p:scale>
      <p:origin x="0" y="22578"/>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49" d="100"/>
          <a:sy n="49" d="100"/>
        </p:scale>
        <p:origin x="-2294" y="-82"/>
      </p:cViewPr>
      <p:guideLst>
        <p:guide orient="horz" pos="2742"/>
        <p:guide pos="202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490" cy="457045"/>
          </a:xfrm>
          <a:prstGeom prst="rect">
            <a:avLst/>
          </a:prstGeom>
        </p:spPr>
        <p:txBody>
          <a:bodyPr vert="horz" lIns="89613" tIns="44807" rIns="89613" bIns="44807" rtlCol="0"/>
          <a:lstStyle>
            <a:lvl1pPr algn="l">
              <a:defRPr sz="1200"/>
            </a:lvl1pPr>
          </a:lstStyle>
          <a:p>
            <a:endParaRPr lang="en-US"/>
          </a:p>
        </p:txBody>
      </p:sp>
      <p:sp>
        <p:nvSpPr>
          <p:cNvPr id="3" name="Date Placeholder 2"/>
          <p:cNvSpPr>
            <a:spLocks noGrp="1"/>
          </p:cNvSpPr>
          <p:nvPr>
            <p:ph type="dt" sz="quarter" idx="1"/>
          </p:nvPr>
        </p:nvSpPr>
        <p:spPr>
          <a:xfrm>
            <a:off x="3884960" y="1"/>
            <a:ext cx="2971490" cy="457045"/>
          </a:xfrm>
          <a:prstGeom prst="rect">
            <a:avLst/>
          </a:prstGeom>
        </p:spPr>
        <p:txBody>
          <a:bodyPr vert="horz" lIns="89613" tIns="44807" rIns="89613" bIns="44807" rtlCol="0"/>
          <a:lstStyle>
            <a:lvl1pPr algn="r">
              <a:defRPr sz="1200"/>
            </a:lvl1pPr>
          </a:lstStyle>
          <a:p>
            <a:fld id="{EE2650E8-05E4-4E7E-B5AC-F81B47EC6D99}" type="datetimeFigureOut">
              <a:rPr lang="en-US" smtClean="0"/>
              <a:pPr/>
              <a:t>9/11/2023</a:t>
            </a:fld>
            <a:endParaRPr lang="en-US"/>
          </a:p>
        </p:txBody>
      </p:sp>
      <p:sp>
        <p:nvSpPr>
          <p:cNvPr id="4" name="Footer Placeholder 3"/>
          <p:cNvSpPr>
            <a:spLocks noGrp="1"/>
          </p:cNvSpPr>
          <p:nvPr>
            <p:ph type="ftr" sz="quarter" idx="2"/>
          </p:nvPr>
        </p:nvSpPr>
        <p:spPr>
          <a:xfrm>
            <a:off x="0" y="8685397"/>
            <a:ext cx="2971490" cy="457045"/>
          </a:xfrm>
          <a:prstGeom prst="rect">
            <a:avLst/>
          </a:prstGeom>
        </p:spPr>
        <p:txBody>
          <a:bodyPr vert="horz" lIns="89613" tIns="44807" rIns="89613" bIns="44807" rtlCol="0" anchor="b"/>
          <a:lstStyle>
            <a:lvl1pPr algn="l">
              <a:defRPr sz="1200"/>
            </a:lvl1pPr>
          </a:lstStyle>
          <a:p>
            <a:endParaRPr lang="en-US"/>
          </a:p>
        </p:txBody>
      </p:sp>
      <p:sp>
        <p:nvSpPr>
          <p:cNvPr id="5" name="Slide Number Placeholder 4"/>
          <p:cNvSpPr>
            <a:spLocks noGrp="1"/>
          </p:cNvSpPr>
          <p:nvPr>
            <p:ph type="sldNum" sz="quarter" idx="3"/>
          </p:nvPr>
        </p:nvSpPr>
        <p:spPr>
          <a:xfrm>
            <a:off x="3884960" y="8685397"/>
            <a:ext cx="2971490" cy="457045"/>
          </a:xfrm>
          <a:prstGeom prst="rect">
            <a:avLst/>
          </a:prstGeom>
        </p:spPr>
        <p:txBody>
          <a:bodyPr vert="horz" lIns="89613" tIns="44807" rIns="89613" bIns="44807" rtlCol="0" anchor="b"/>
          <a:lstStyle>
            <a:lvl1pPr algn="r">
              <a:defRPr sz="1200"/>
            </a:lvl1pPr>
          </a:lstStyle>
          <a:p>
            <a:fld id="{B246B444-12A1-4CB2-B64B-548BBBC8663E}" type="slidenum">
              <a:rPr lang="en-US" smtClean="0"/>
              <a:pPr/>
              <a:t>‹#›</a:t>
            </a:fld>
            <a:endParaRPr lang="en-US"/>
          </a:p>
        </p:txBody>
      </p:sp>
    </p:spTree>
    <p:extLst>
      <p:ext uri="{BB962C8B-B14F-4D97-AF65-F5344CB8AC3E}">
        <p14:creationId xmlns:p14="http://schemas.microsoft.com/office/powerpoint/2010/main" val="39427780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AutoShape 1"/>
          <p:cNvSpPr>
            <a:spLocks noChangeArrowheads="1"/>
          </p:cNvSpPr>
          <p:nvPr/>
        </p:nvSpPr>
        <p:spPr bwMode="auto">
          <a:xfrm>
            <a:off x="1" y="1"/>
            <a:ext cx="6858000" cy="9144000"/>
          </a:xfrm>
          <a:prstGeom prst="roundRect">
            <a:avLst>
              <a:gd name="adj" fmla="val 19"/>
            </a:avLst>
          </a:prstGeom>
          <a:solidFill>
            <a:srgbClr val="FFFFFF"/>
          </a:solidFill>
          <a:ln w="9525">
            <a:noFill/>
            <a:round/>
            <a:headEnd/>
            <a:tailEnd/>
          </a:ln>
          <a:effectLst/>
        </p:spPr>
        <p:txBody>
          <a:bodyPr wrap="none" lIns="86477" tIns="43238" rIns="86477" bIns="43238" anchor="ctr"/>
          <a:lstStyle/>
          <a:p>
            <a:endParaRPr lang="en-US" dirty="0"/>
          </a:p>
        </p:txBody>
      </p:sp>
      <p:sp>
        <p:nvSpPr>
          <p:cNvPr id="2050" name="Text Box 2"/>
          <p:cNvSpPr txBox="1">
            <a:spLocks noChangeArrowheads="1"/>
          </p:cNvSpPr>
          <p:nvPr/>
        </p:nvSpPr>
        <p:spPr bwMode="auto">
          <a:xfrm>
            <a:off x="2" y="0"/>
            <a:ext cx="2972098" cy="456596"/>
          </a:xfrm>
          <a:prstGeom prst="rect">
            <a:avLst/>
          </a:prstGeom>
          <a:noFill/>
          <a:ln w="9525">
            <a:noFill/>
            <a:round/>
            <a:headEnd/>
            <a:tailEnd/>
          </a:ln>
          <a:effectLst/>
        </p:spPr>
        <p:txBody>
          <a:bodyPr wrap="none" lIns="86477" tIns="43238" rIns="86477" bIns="43238" anchor="ctr"/>
          <a:lstStyle/>
          <a:p>
            <a:endParaRPr lang="en-US" dirty="0"/>
          </a:p>
        </p:txBody>
      </p:sp>
      <p:sp>
        <p:nvSpPr>
          <p:cNvPr id="2051" name="Text Box 3"/>
          <p:cNvSpPr txBox="1">
            <a:spLocks noChangeArrowheads="1"/>
          </p:cNvSpPr>
          <p:nvPr/>
        </p:nvSpPr>
        <p:spPr bwMode="auto">
          <a:xfrm>
            <a:off x="3884415" y="0"/>
            <a:ext cx="2972098" cy="456596"/>
          </a:xfrm>
          <a:prstGeom prst="rect">
            <a:avLst/>
          </a:prstGeom>
          <a:noFill/>
          <a:ln w="9525">
            <a:noFill/>
            <a:round/>
            <a:headEnd/>
            <a:tailEnd/>
          </a:ln>
          <a:effectLst/>
        </p:spPr>
        <p:txBody>
          <a:bodyPr wrap="none" lIns="86477" tIns="43238" rIns="86477" bIns="43238" anchor="ctr"/>
          <a:lstStyle/>
          <a:p>
            <a:endParaRPr lang="en-US" dirty="0"/>
          </a:p>
        </p:txBody>
      </p:sp>
      <p:sp>
        <p:nvSpPr>
          <p:cNvPr id="2052" name="Rectangle 4"/>
          <p:cNvSpPr>
            <a:spLocks noGrp="1" noRot="1" noChangeAspect="1" noChangeArrowheads="1"/>
          </p:cNvSpPr>
          <p:nvPr>
            <p:ph type="sldImg"/>
          </p:nvPr>
        </p:nvSpPr>
        <p:spPr bwMode="auto">
          <a:xfrm>
            <a:off x="1144588" y="685800"/>
            <a:ext cx="4567237" cy="3427413"/>
          </a:xfrm>
          <a:prstGeom prst="rect">
            <a:avLst/>
          </a:prstGeom>
          <a:noFill/>
          <a:ln w="9360">
            <a:solidFill>
              <a:srgbClr val="000000"/>
            </a:solidFill>
            <a:miter lim="800000"/>
            <a:headEnd/>
            <a:tailEnd/>
          </a:ln>
          <a:effectLst/>
        </p:spPr>
      </p:sp>
      <p:sp>
        <p:nvSpPr>
          <p:cNvPr id="2053" name="Rectangle 5"/>
          <p:cNvSpPr>
            <a:spLocks noGrp="1" noChangeArrowheads="1"/>
          </p:cNvSpPr>
          <p:nvPr>
            <p:ph type="body"/>
          </p:nvPr>
        </p:nvSpPr>
        <p:spPr bwMode="auto">
          <a:xfrm>
            <a:off x="686099" y="4343703"/>
            <a:ext cx="5484316" cy="4112380"/>
          </a:xfrm>
          <a:prstGeom prst="rect">
            <a:avLst/>
          </a:prstGeom>
          <a:noFill/>
          <a:ln w="9525">
            <a:noFill/>
            <a:round/>
            <a:headEnd/>
            <a:tailEnd/>
          </a:ln>
          <a:effectLst/>
        </p:spPr>
        <p:txBody>
          <a:bodyPr vert="horz" wrap="square" lIns="91584" tIns="45622" rIns="91584" bIns="45622" numCol="1" anchor="t" anchorCtr="0" compatLnSpc="1">
            <a:prstTxWarp prst="textNoShape">
              <a:avLst/>
            </a:prstTxWarp>
          </a:bodyPr>
          <a:lstStyle/>
          <a:p>
            <a:pPr lvl="0"/>
            <a:endParaRPr lang="en-US"/>
          </a:p>
        </p:txBody>
      </p:sp>
      <p:sp>
        <p:nvSpPr>
          <p:cNvPr id="2054" name="Text Box 6"/>
          <p:cNvSpPr txBox="1">
            <a:spLocks noChangeArrowheads="1"/>
          </p:cNvSpPr>
          <p:nvPr/>
        </p:nvSpPr>
        <p:spPr bwMode="auto">
          <a:xfrm>
            <a:off x="2" y="8685893"/>
            <a:ext cx="2972098" cy="456596"/>
          </a:xfrm>
          <a:prstGeom prst="rect">
            <a:avLst/>
          </a:prstGeom>
          <a:noFill/>
          <a:ln w="9525">
            <a:noFill/>
            <a:round/>
            <a:headEnd/>
            <a:tailEnd/>
          </a:ln>
          <a:effectLst/>
        </p:spPr>
        <p:txBody>
          <a:bodyPr wrap="none" lIns="86477" tIns="43238" rIns="86477" bIns="43238" anchor="ctr"/>
          <a:lstStyle/>
          <a:p>
            <a:endParaRPr lang="en-US" dirty="0"/>
          </a:p>
        </p:txBody>
      </p:sp>
      <p:sp>
        <p:nvSpPr>
          <p:cNvPr id="2055" name="Rectangle 7"/>
          <p:cNvSpPr>
            <a:spLocks noGrp="1" noChangeArrowheads="1"/>
          </p:cNvSpPr>
          <p:nvPr>
            <p:ph type="sldNum"/>
          </p:nvPr>
        </p:nvSpPr>
        <p:spPr bwMode="auto">
          <a:xfrm>
            <a:off x="3884415" y="8685893"/>
            <a:ext cx="2970609" cy="455083"/>
          </a:xfrm>
          <a:prstGeom prst="rect">
            <a:avLst/>
          </a:prstGeom>
          <a:noFill/>
          <a:ln w="9525">
            <a:noFill/>
            <a:round/>
            <a:headEnd/>
            <a:tailEnd/>
          </a:ln>
          <a:effectLst/>
        </p:spPr>
        <p:txBody>
          <a:bodyPr vert="horz" wrap="square" lIns="91584" tIns="45622" rIns="91584" bIns="45622" numCol="1" anchor="b" anchorCtr="0" compatLnSpc="1">
            <a:prstTxWarp prst="textNoShape">
              <a:avLst/>
            </a:prstTxWarp>
          </a:bodyPr>
          <a:lstStyle>
            <a:lvl1pPr algn="r">
              <a:tabLst>
                <a:tab pos="0" algn="l"/>
                <a:tab pos="864770" algn="l"/>
                <a:tab pos="1729537" algn="l"/>
                <a:tab pos="2594307" algn="l"/>
                <a:tab pos="3459077" algn="l"/>
                <a:tab pos="4323846" algn="l"/>
                <a:tab pos="5188614" algn="l"/>
                <a:tab pos="6053384" algn="l"/>
                <a:tab pos="6918153" algn="l"/>
                <a:tab pos="7782922" algn="l"/>
                <a:tab pos="8647691" algn="l"/>
                <a:tab pos="9512460" algn="l"/>
              </a:tabLst>
              <a:defRPr sz="1300">
                <a:solidFill>
                  <a:srgbClr val="000000"/>
                </a:solidFill>
              </a:defRPr>
            </a:lvl1pPr>
          </a:lstStyle>
          <a:p>
            <a:fld id="{90E86409-8C02-4D3A-B09D-8A8663F6C49E}" type="slidenum">
              <a:rPr lang="en-US"/>
              <a:pPr/>
              <a:t>‹#›</a:t>
            </a:fld>
            <a:endParaRPr lang="en-US" dirty="0"/>
          </a:p>
        </p:txBody>
      </p:sp>
    </p:spTree>
    <p:extLst>
      <p:ext uri="{BB962C8B-B14F-4D97-AF65-F5344CB8AC3E}">
        <p14:creationId xmlns:p14="http://schemas.microsoft.com/office/powerpoint/2010/main" val="4231487937"/>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964ADDD6-BCC2-4521-A1FB-782C53F16B8D}" type="slidenum">
              <a:rPr lang="en-US"/>
              <a:pPr/>
              <a:t>1</a:t>
            </a:fld>
            <a:endParaRPr lang="en-US" dirty="0"/>
          </a:p>
        </p:txBody>
      </p:sp>
      <p:sp>
        <p:nvSpPr>
          <p:cNvPr id="301057" name="Text Box 1"/>
          <p:cNvSpPr txBox="1">
            <a:spLocks noChangeArrowheads="1"/>
          </p:cNvSpPr>
          <p:nvPr/>
        </p:nvSpPr>
        <p:spPr bwMode="auto">
          <a:xfrm>
            <a:off x="3884415" y="8685893"/>
            <a:ext cx="2972098" cy="456596"/>
          </a:xfrm>
          <a:prstGeom prst="rect">
            <a:avLst/>
          </a:prstGeom>
          <a:noFill/>
          <a:ln w="9525">
            <a:noFill/>
            <a:round/>
            <a:headEnd/>
            <a:tailEnd/>
          </a:ln>
          <a:effectLst/>
        </p:spPr>
        <p:txBody>
          <a:bodyPr lIns="91584" tIns="45622" rIns="91584" bIns="45622" anchor="b"/>
          <a:lstStyle/>
          <a:p>
            <a:pPr algn="r">
              <a:tabLst>
                <a:tab pos="0" algn="l"/>
                <a:tab pos="864770" algn="l"/>
                <a:tab pos="1729537" algn="l"/>
                <a:tab pos="2594307" algn="l"/>
                <a:tab pos="3459077" algn="l"/>
                <a:tab pos="4323846" algn="l"/>
                <a:tab pos="5188614" algn="l"/>
                <a:tab pos="6053384" algn="l"/>
                <a:tab pos="6918153" algn="l"/>
                <a:tab pos="7782922" algn="l"/>
                <a:tab pos="8647691" algn="l"/>
                <a:tab pos="9512460" algn="l"/>
              </a:tabLst>
            </a:pPr>
            <a:fld id="{BA99D572-4DD2-4211-8916-078883D17FDB}" type="slidenum">
              <a:rPr lang="en-US" sz="1300">
                <a:solidFill>
                  <a:srgbClr val="000000"/>
                </a:solidFill>
                <a:ea typeface="Lucida Sans Unicode" charset="0"/>
              </a:rPr>
              <a:pPr algn="r">
                <a:tabLst>
                  <a:tab pos="0" algn="l"/>
                  <a:tab pos="864770" algn="l"/>
                  <a:tab pos="1729537" algn="l"/>
                  <a:tab pos="2594307" algn="l"/>
                  <a:tab pos="3459077" algn="l"/>
                  <a:tab pos="4323846" algn="l"/>
                  <a:tab pos="5188614" algn="l"/>
                  <a:tab pos="6053384" algn="l"/>
                  <a:tab pos="6918153" algn="l"/>
                  <a:tab pos="7782922" algn="l"/>
                  <a:tab pos="8647691" algn="l"/>
                  <a:tab pos="9512460" algn="l"/>
                </a:tabLst>
              </a:pPr>
              <a:t>1</a:t>
            </a:fld>
            <a:endParaRPr lang="en-US" sz="1300" dirty="0">
              <a:solidFill>
                <a:srgbClr val="000000"/>
              </a:solidFill>
              <a:ea typeface="Lucida Sans Unicode" charset="0"/>
            </a:endParaRPr>
          </a:p>
        </p:txBody>
      </p:sp>
      <p:sp>
        <p:nvSpPr>
          <p:cNvPr id="301058" name="Text Box 2"/>
          <p:cNvSpPr txBox="1">
            <a:spLocks noChangeArrowheads="1"/>
          </p:cNvSpPr>
          <p:nvPr/>
        </p:nvSpPr>
        <p:spPr bwMode="auto">
          <a:xfrm>
            <a:off x="1180206" y="686405"/>
            <a:ext cx="4500563" cy="3429000"/>
          </a:xfrm>
          <a:prstGeom prst="rect">
            <a:avLst/>
          </a:prstGeom>
          <a:solidFill>
            <a:srgbClr val="FFFFFF"/>
          </a:solidFill>
          <a:ln w="9360">
            <a:solidFill>
              <a:srgbClr val="000000"/>
            </a:solidFill>
            <a:miter lim="800000"/>
            <a:headEnd/>
            <a:tailEnd/>
          </a:ln>
          <a:effectLst/>
        </p:spPr>
        <p:txBody>
          <a:bodyPr wrap="none" lIns="86477" tIns="43238" rIns="86477" bIns="43238" anchor="ctr"/>
          <a:lstStyle/>
          <a:p>
            <a:endParaRPr lang="en-US" dirty="0"/>
          </a:p>
        </p:txBody>
      </p:sp>
      <p:sp>
        <p:nvSpPr>
          <p:cNvPr id="301059" name="Text Box 3"/>
          <p:cNvSpPr txBox="1">
            <a:spLocks noGrp="1" noChangeArrowheads="1"/>
          </p:cNvSpPr>
          <p:nvPr>
            <p:ph type="body"/>
          </p:nvPr>
        </p:nvSpPr>
        <p:spPr bwMode="auto">
          <a:xfrm>
            <a:off x="686099" y="4343705"/>
            <a:ext cx="5485805" cy="4113892"/>
          </a:xfrm>
          <a:prstGeom prst="rect">
            <a:avLst/>
          </a:prstGeom>
          <a:noFill/>
          <a:ln>
            <a:round/>
            <a:headEnd/>
            <a:tailEnd/>
          </a:ln>
        </p:spPr>
        <p:txBody>
          <a:bodyPr lIns="91584" tIns="45622" rIns="91584" bIns="45622"/>
          <a:lstStyle/>
          <a:p>
            <a:pPr eaLnBrk="1" hangingPunct="1">
              <a:lnSpc>
                <a:spcPct val="75000"/>
              </a:lnSpc>
              <a:spcBef>
                <a:spcPts val="285"/>
              </a:spcBef>
              <a:tabLst>
                <a:tab pos="0" algn="l"/>
                <a:tab pos="864770" algn="l"/>
                <a:tab pos="1729537" algn="l"/>
                <a:tab pos="2594307" algn="l"/>
                <a:tab pos="3459077" algn="l"/>
                <a:tab pos="4323846" algn="l"/>
                <a:tab pos="5188614" algn="l"/>
                <a:tab pos="6053384" algn="l"/>
                <a:tab pos="6918153" algn="l"/>
                <a:tab pos="7782922" algn="l"/>
                <a:tab pos="8647691" algn="l"/>
                <a:tab pos="9512460" algn="l"/>
                <a:tab pos="9944845" algn="l"/>
              </a:tabLst>
            </a:pPr>
            <a:r>
              <a:rPr lang="en-GB" sz="800" dirty="0">
                <a:latin typeface="Arial" charset="0"/>
                <a:ea typeface="Lucida Sans Unicode" charset="0"/>
                <a:cs typeface="Lucida Sans Unicode" charset="0"/>
              </a:rPr>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fld id="{90E86409-8C02-4D3A-B09D-8A8663F6C49E}" type="slidenum">
              <a:rPr lang="en-US" smtClean="0"/>
              <a:pPr/>
              <a:t>4</a:t>
            </a:fld>
            <a:endParaRPr lang="en-US" dirty="0"/>
          </a:p>
        </p:txBody>
      </p:sp>
    </p:spTree>
    <p:extLst>
      <p:ext uri="{BB962C8B-B14F-4D97-AF65-F5344CB8AC3E}">
        <p14:creationId xmlns:p14="http://schemas.microsoft.com/office/powerpoint/2010/main" val="2047682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fld id="{90E86409-8C02-4D3A-B09D-8A8663F6C49E}" type="slidenum">
              <a:rPr lang="en-US" smtClean="0"/>
              <a:pPr/>
              <a:t>6</a:t>
            </a:fld>
            <a:endParaRPr lang="en-US" dirty="0"/>
          </a:p>
        </p:txBody>
      </p:sp>
    </p:spTree>
    <p:extLst>
      <p:ext uri="{BB962C8B-B14F-4D97-AF65-F5344CB8AC3E}">
        <p14:creationId xmlns:p14="http://schemas.microsoft.com/office/powerpoint/2010/main" val="2803232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fld id="{90E86409-8C02-4D3A-B09D-8A8663F6C49E}" type="slidenum">
              <a:rPr lang="en-US" smtClean="0"/>
              <a:pPr/>
              <a:t>7</a:t>
            </a:fld>
            <a:endParaRPr lang="en-US" dirty="0"/>
          </a:p>
        </p:txBody>
      </p:sp>
    </p:spTree>
    <p:extLst>
      <p:ext uri="{BB962C8B-B14F-4D97-AF65-F5344CB8AC3E}">
        <p14:creationId xmlns:p14="http://schemas.microsoft.com/office/powerpoint/2010/main" val="1934214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fld id="{90E86409-8C02-4D3A-B09D-8A8663F6C49E}" type="slidenum">
              <a:rPr lang="en-US" smtClean="0"/>
              <a:pPr/>
              <a:t>8</a:t>
            </a:fld>
            <a:endParaRPr lang="en-US" dirty="0"/>
          </a:p>
        </p:txBody>
      </p:sp>
    </p:spTree>
    <p:extLst>
      <p:ext uri="{BB962C8B-B14F-4D97-AF65-F5344CB8AC3E}">
        <p14:creationId xmlns:p14="http://schemas.microsoft.com/office/powerpoint/2010/main" val="763933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fld id="{90E86409-8C02-4D3A-B09D-8A8663F6C49E}" type="slidenum">
              <a:rPr lang="en-US" smtClean="0"/>
              <a:pPr/>
              <a:t>9</a:t>
            </a:fld>
            <a:endParaRPr lang="en-US" dirty="0"/>
          </a:p>
        </p:txBody>
      </p:sp>
    </p:spTree>
    <p:extLst>
      <p:ext uri="{BB962C8B-B14F-4D97-AF65-F5344CB8AC3E}">
        <p14:creationId xmlns:p14="http://schemas.microsoft.com/office/powerpoint/2010/main" val="1756557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9750" y="1239838"/>
            <a:ext cx="4051300" cy="51831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43450" y="1239838"/>
            <a:ext cx="4051300" cy="51831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1000" y="269875"/>
            <a:ext cx="2063750" cy="61531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9750" y="269875"/>
            <a:ext cx="6038850" cy="61531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50000">
              <a:srgbClr val="FFFFFF"/>
            </a:gs>
            <a:gs pos="100000">
              <a:srgbClr val="FFFFFF"/>
            </a:gs>
          </a:gsLst>
          <a:lin ang="18900000" scaled="1"/>
        </a:gra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body" idx="1"/>
          </p:nvPr>
        </p:nvSpPr>
        <p:spPr bwMode="auto">
          <a:xfrm>
            <a:off x="539750" y="1239838"/>
            <a:ext cx="8255000" cy="5183187"/>
          </a:xfrm>
          <a:prstGeom prst="rect">
            <a:avLst/>
          </a:prstGeom>
          <a:noFill/>
          <a:ln w="9525">
            <a:noFill/>
            <a:round/>
            <a:headEnd/>
            <a:tailEnd/>
          </a:ln>
          <a:effectLst/>
        </p:spPr>
        <p:txBody>
          <a:bodyPr vert="horz" wrap="square" lIns="87480" tIns="42840" rIns="87480" bIns="42840" numCol="1" anchor="t" anchorCtr="0" compatLnSpc="1">
            <a:prstTxWarp prst="textNoShape">
              <a:avLst/>
            </a:prstTxWarp>
          </a:bodyPr>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a:p>
            <a:pPr lvl="4"/>
            <a:r>
              <a:rPr lang="en-GB"/>
              <a:t>Eighth Outline Level</a:t>
            </a:r>
          </a:p>
          <a:p>
            <a:pPr lvl="4"/>
            <a:r>
              <a:rPr lang="en-GB"/>
              <a:t>Ninth Outline Level</a:t>
            </a:r>
          </a:p>
        </p:txBody>
      </p:sp>
      <p:sp>
        <p:nvSpPr>
          <p:cNvPr id="1026" name="Rectangle 2"/>
          <p:cNvSpPr>
            <a:spLocks noChangeArrowheads="1"/>
          </p:cNvSpPr>
          <p:nvPr userDrawn="1"/>
        </p:nvSpPr>
        <p:spPr bwMode="auto">
          <a:xfrm>
            <a:off x="8854480" y="6632984"/>
            <a:ext cx="317733" cy="225016"/>
          </a:xfrm>
          <a:prstGeom prst="rect">
            <a:avLst/>
          </a:prstGeom>
          <a:noFill/>
          <a:ln w="9525">
            <a:noFill/>
            <a:round/>
            <a:headEnd/>
            <a:tailEnd/>
          </a:ln>
          <a:effectLst/>
        </p:spPr>
        <p:txBody>
          <a:bodyPr wrap="none" lIns="87480" tIns="42840" rIns="87480" bIns="4284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0D26167-8F8E-4910-8E9D-33323C4B4EF6}" type="slidenum">
              <a:rPr lang="en-US" sz="900" b="1" smtClean="0">
                <a:solidFill>
                  <a:srgbClr val="000000"/>
                </a:solidFill>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a:t>
            </a:fld>
            <a:endParaRPr lang="en-US" sz="900" b="1" dirty="0">
              <a:solidFill>
                <a:srgbClr val="000000"/>
              </a:solidFill>
            </a:endParaRPr>
          </a:p>
        </p:txBody>
      </p:sp>
      <p:sp>
        <p:nvSpPr>
          <p:cNvPr id="1028" name="Rectangle 4"/>
          <p:cNvSpPr>
            <a:spLocks noGrp="1" noChangeArrowheads="1"/>
          </p:cNvSpPr>
          <p:nvPr>
            <p:ph type="title"/>
          </p:nvPr>
        </p:nvSpPr>
        <p:spPr bwMode="auto">
          <a:xfrm>
            <a:off x="990600" y="269875"/>
            <a:ext cx="7161213" cy="814388"/>
          </a:xfrm>
          <a:prstGeom prst="rect">
            <a:avLst/>
          </a:prstGeom>
          <a:noFill/>
          <a:ln w="9525">
            <a:noFill/>
            <a:round/>
            <a:headEnd/>
            <a:tailEnd/>
          </a:ln>
          <a:effectLst/>
        </p:spPr>
        <p:txBody>
          <a:bodyPr vert="horz" wrap="square" lIns="45720" tIns="47520" rIns="90000" bIns="47520" numCol="1" anchor="ctr" anchorCtr="0" compatLnSpc="1">
            <a:prstTxWarp prst="textNoShape">
              <a:avLst/>
            </a:prstTxWarp>
          </a:bodyPr>
          <a:lstStyle/>
          <a:p>
            <a:pPr lvl="0"/>
            <a:r>
              <a:rPr lang="en-GB"/>
              <a:t>Click to edit the title text format</a:t>
            </a:r>
          </a:p>
        </p:txBody>
      </p:sp>
      <p:sp>
        <p:nvSpPr>
          <p:cNvPr id="1029" name="Rectangle 5"/>
          <p:cNvSpPr>
            <a:spLocks noChangeArrowheads="1"/>
          </p:cNvSpPr>
          <p:nvPr/>
        </p:nvSpPr>
        <p:spPr bwMode="auto">
          <a:xfrm>
            <a:off x="0" y="1028700"/>
            <a:ext cx="9144000" cy="92075"/>
          </a:xfrm>
          <a:prstGeom prst="rect">
            <a:avLst/>
          </a:prstGeom>
          <a:gradFill rotWithShape="0">
            <a:gsLst>
              <a:gs pos="0">
                <a:srgbClr val="FED910"/>
              </a:gs>
              <a:gs pos="100000">
                <a:srgbClr val="0D2B88"/>
              </a:gs>
            </a:gsLst>
            <a:path path="rect">
              <a:fillToRect l="100000" b="100000"/>
            </a:path>
          </a:gradFill>
          <a:ln w="9525">
            <a:noFill/>
            <a:round/>
            <a:headEnd/>
            <a:tailEnd/>
          </a:ln>
          <a:effectLst/>
        </p:spPr>
        <p:txBody>
          <a:bodyPr wrap="none" anchor="ctr"/>
          <a:lstStyle/>
          <a:p>
            <a:endParaRPr lang="en-US" dirty="0"/>
          </a:p>
        </p:txBody>
      </p:sp>
      <p:pic>
        <p:nvPicPr>
          <p:cNvPr id="1032" name="Picture 8"/>
          <p:cNvPicPr>
            <a:picLocks noChangeAspect="1" noChangeArrowheads="1"/>
          </p:cNvPicPr>
          <p:nvPr/>
        </p:nvPicPr>
        <p:blipFill>
          <a:blip r:embed="rId13" cstate="print"/>
          <a:srcRect/>
          <a:stretch>
            <a:fillRect/>
          </a:stretch>
        </p:blipFill>
        <p:spPr bwMode="auto">
          <a:xfrm>
            <a:off x="8153400" y="489810"/>
            <a:ext cx="990600" cy="169863"/>
          </a:xfrm>
          <a:prstGeom prst="rect">
            <a:avLst/>
          </a:prstGeom>
          <a:noFill/>
          <a:ln w="9525">
            <a:noFill/>
            <a:round/>
            <a:headEnd/>
            <a:tailEnd/>
          </a:ln>
          <a:effectLst/>
        </p:spPr>
      </p:pic>
      <p:grpSp>
        <p:nvGrpSpPr>
          <p:cNvPr id="1036" name="Group 12"/>
          <p:cNvGrpSpPr>
            <a:grpSpLocks/>
          </p:cNvGrpSpPr>
          <p:nvPr/>
        </p:nvGrpSpPr>
        <p:grpSpPr bwMode="auto">
          <a:xfrm>
            <a:off x="8134396" y="9107"/>
            <a:ext cx="1068388" cy="277813"/>
            <a:chOff x="5086" y="496"/>
            <a:chExt cx="673" cy="175"/>
          </a:xfrm>
        </p:grpSpPr>
        <p:sp>
          <p:nvSpPr>
            <p:cNvPr id="1037" name="AutoShape 13"/>
            <p:cNvSpPr>
              <a:spLocks noChangeArrowheads="1"/>
            </p:cNvSpPr>
            <p:nvPr/>
          </p:nvSpPr>
          <p:spPr bwMode="auto">
            <a:xfrm>
              <a:off x="5086" y="496"/>
              <a:ext cx="674" cy="176"/>
            </a:xfrm>
            <a:prstGeom prst="roundRect">
              <a:avLst>
                <a:gd name="adj" fmla="val 565"/>
              </a:avLst>
            </a:prstGeom>
            <a:noFill/>
            <a:ln w="9525">
              <a:noFill/>
              <a:round/>
              <a:headEnd/>
              <a:tailEnd/>
            </a:ln>
            <a:effectLst/>
          </p:spPr>
          <p:txBody>
            <a:bodyPr wrap="none" anchor="ctr"/>
            <a:lstStyle/>
            <a:p>
              <a:endParaRPr lang="en-US" dirty="0"/>
            </a:p>
          </p:txBody>
        </p:sp>
        <p:grpSp>
          <p:nvGrpSpPr>
            <p:cNvPr id="1038" name="Group 14"/>
            <p:cNvGrpSpPr>
              <a:grpSpLocks/>
            </p:cNvGrpSpPr>
            <p:nvPr/>
          </p:nvGrpSpPr>
          <p:grpSpPr bwMode="auto">
            <a:xfrm>
              <a:off x="5330" y="526"/>
              <a:ext cx="389" cy="49"/>
              <a:chOff x="5330" y="526"/>
              <a:chExt cx="389" cy="49"/>
            </a:xfrm>
          </p:grpSpPr>
          <p:sp>
            <p:nvSpPr>
              <p:cNvPr id="1039" name="AutoShape 15"/>
              <p:cNvSpPr>
                <a:spLocks noChangeArrowheads="1"/>
              </p:cNvSpPr>
              <p:nvPr/>
            </p:nvSpPr>
            <p:spPr bwMode="auto">
              <a:xfrm>
                <a:off x="5410" y="526"/>
                <a:ext cx="97" cy="50"/>
              </a:xfrm>
              <a:custGeom>
                <a:avLst/>
                <a:gdLst>
                  <a:gd name="T0" fmla="*/ 152 w 373"/>
                  <a:gd name="T1" fmla="*/ 0 h 234"/>
                  <a:gd name="T2" fmla="*/ 373 w 373"/>
                  <a:gd name="T3" fmla="*/ 0 h 234"/>
                  <a:gd name="T4" fmla="*/ 340 w 373"/>
                  <a:gd name="T5" fmla="*/ 49 h 234"/>
                  <a:gd name="T6" fmla="*/ 230 w 373"/>
                  <a:gd name="T7" fmla="*/ 49 h 234"/>
                  <a:gd name="T8" fmla="*/ 203 w 373"/>
                  <a:gd name="T9" fmla="*/ 91 h 234"/>
                  <a:gd name="T10" fmla="*/ 314 w 373"/>
                  <a:gd name="T11" fmla="*/ 91 h 234"/>
                  <a:gd name="T12" fmla="*/ 281 w 373"/>
                  <a:gd name="T13" fmla="*/ 140 h 234"/>
                  <a:gd name="T14" fmla="*/ 171 w 373"/>
                  <a:gd name="T15" fmla="*/ 140 h 234"/>
                  <a:gd name="T16" fmla="*/ 142 w 373"/>
                  <a:gd name="T17" fmla="*/ 185 h 234"/>
                  <a:gd name="T18" fmla="*/ 252 w 373"/>
                  <a:gd name="T19" fmla="*/ 185 h 234"/>
                  <a:gd name="T20" fmla="*/ 221 w 373"/>
                  <a:gd name="T21" fmla="*/ 234 h 234"/>
                  <a:gd name="T22" fmla="*/ 0 w 373"/>
                  <a:gd name="T23" fmla="*/ 234 h 234"/>
                  <a:gd name="T24" fmla="*/ 152 w 373"/>
                  <a:gd name="T25" fmla="*/ 0 h 234"/>
                  <a:gd name="T26" fmla="*/ 0 w 373"/>
                  <a:gd name="T27" fmla="*/ 0 h 234"/>
                  <a:gd name="T28" fmla="*/ 373 w 373"/>
                  <a:gd name="T29"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T26" t="T27" r="T28" b="T29"/>
                <a:pathLst>
                  <a:path w="373" h="234">
                    <a:moveTo>
                      <a:pt x="152" y="0"/>
                    </a:moveTo>
                    <a:lnTo>
                      <a:pt x="373" y="0"/>
                    </a:lnTo>
                    <a:lnTo>
                      <a:pt x="340" y="49"/>
                    </a:lnTo>
                    <a:lnTo>
                      <a:pt x="230" y="49"/>
                    </a:lnTo>
                    <a:lnTo>
                      <a:pt x="203" y="91"/>
                    </a:lnTo>
                    <a:lnTo>
                      <a:pt x="314" y="91"/>
                    </a:lnTo>
                    <a:lnTo>
                      <a:pt x="281" y="140"/>
                    </a:lnTo>
                    <a:lnTo>
                      <a:pt x="171" y="140"/>
                    </a:lnTo>
                    <a:lnTo>
                      <a:pt x="142" y="185"/>
                    </a:lnTo>
                    <a:lnTo>
                      <a:pt x="252" y="185"/>
                    </a:lnTo>
                    <a:lnTo>
                      <a:pt x="221" y="234"/>
                    </a:lnTo>
                    <a:lnTo>
                      <a:pt x="0" y="234"/>
                    </a:lnTo>
                    <a:lnTo>
                      <a:pt x="152" y="0"/>
                    </a:lnTo>
                    <a:close/>
                  </a:path>
                </a:pathLst>
              </a:custGeom>
              <a:solidFill>
                <a:srgbClr val="0400BA"/>
              </a:solidFill>
              <a:ln w="9525">
                <a:noFill/>
                <a:round/>
                <a:headEnd/>
                <a:tailEnd/>
              </a:ln>
              <a:effectLst/>
            </p:spPr>
            <p:txBody>
              <a:bodyPr wrap="none" anchor="ctr"/>
              <a:lstStyle/>
              <a:p>
                <a:endParaRPr lang="en-US" dirty="0"/>
              </a:p>
            </p:txBody>
          </p:sp>
          <p:sp>
            <p:nvSpPr>
              <p:cNvPr id="1040" name="AutoShape 16"/>
              <p:cNvSpPr>
                <a:spLocks noChangeArrowheads="1"/>
              </p:cNvSpPr>
              <p:nvPr/>
            </p:nvSpPr>
            <p:spPr bwMode="auto">
              <a:xfrm>
                <a:off x="5483" y="526"/>
                <a:ext cx="68" cy="50"/>
              </a:xfrm>
              <a:custGeom>
                <a:avLst/>
                <a:gdLst>
                  <a:gd name="T0" fmla="*/ 0 w 263"/>
                  <a:gd name="T1" fmla="*/ 234 h 234"/>
                  <a:gd name="T2" fmla="*/ 152 w 263"/>
                  <a:gd name="T3" fmla="*/ 0 h 234"/>
                  <a:gd name="T4" fmla="*/ 263 w 263"/>
                  <a:gd name="T5" fmla="*/ 0 h 234"/>
                  <a:gd name="T6" fmla="*/ 110 w 263"/>
                  <a:gd name="T7" fmla="*/ 234 h 234"/>
                  <a:gd name="T8" fmla="*/ 0 w 263"/>
                  <a:gd name="T9" fmla="*/ 234 h 234"/>
                  <a:gd name="T10" fmla="*/ 0 w 263"/>
                  <a:gd name="T11" fmla="*/ 0 h 234"/>
                  <a:gd name="T12" fmla="*/ 263 w 263"/>
                  <a:gd name="T13" fmla="*/ 234 h 234"/>
                </a:gdLst>
                <a:ahLst/>
                <a:cxnLst>
                  <a:cxn ang="0">
                    <a:pos x="T0" y="T1"/>
                  </a:cxn>
                  <a:cxn ang="0">
                    <a:pos x="T2" y="T3"/>
                  </a:cxn>
                  <a:cxn ang="0">
                    <a:pos x="T4" y="T5"/>
                  </a:cxn>
                  <a:cxn ang="0">
                    <a:pos x="T6" y="T7"/>
                  </a:cxn>
                  <a:cxn ang="0">
                    <a:pos x="T8" y="T9"/>
                  </a:cxn>
                </a:cxnLst>
                <a:rect l="T10" t="T11" r="T12" b="T13"/>
                <a:pathLst>
                  <a:path w="263" h="234">
                    <a:moveTo>
                      <a:pt x="0" y="234"/>
                    </a:moveTo>
                    <a:lnTo>
                      <a:pt x="152" y="0"/>
                    </a:lnTo>
                    <a:lnTo>
                      <a:pt x="263" y="0"/>
                    </a:lnTo>
                    <a:lnTo>
                      <a:pt x="110" y="234"/>
                    </a:lnTo>
                    <a:lnTo>
                      <a:pt x="0" y="234"/>
                    </a:lnTo>
                    <a:close/>
                  </a:path>
                </a:pathLst>
              </a:custGeom>
              <a:solidFill>
                <a:srgbClr val="0400BA"/>
              </a:solidFill>
              <a:ln w="9525">
                <a:noFill/>
                <a:round/>
                <a:headEnd/>
                <a:tailEnd/>
              </a:ln>
              <a:effectLst/>
            </p:spPr>
            <p:txBody>
              <a:bodyPr wrap="none" anchor="ctr"/>
              <a:lstStyle/>
              <a:p>
                <a:endParaRPr lang="en-US" dirty="0"/>
              </a:p>
            </p:txBody>
          </p:sp>
          <p:sp>
            <p:nvSpPr>
              <p:cNvPr id="1041" name="AutoShape 17"/>
              <p:cNvSpPr>
                <a:spLocks noChangeArrowheads="1"/>
              </p:cNvSpPr>
              <p:nvPr/>
            </p:nvSpPr>
            <p:spPr bwMode="auto">
              <a:xfrm>
                <a:off x="5531" y="526"/>
                <a:ext cx="107" cy="50"/>
              </a:xfrm>
              <a:custGeom>
                <a:avLst/>
                <a:gdLst>
                  <a:gd name="T0" fmla="*/ 261 w 412"/>
                  <a:gd name="T1" fmla="*/ 119 h 234"/>
                  <a:gd name="T2" fmla="*/ 237 w 412"/>
                  <a:gd name="T3" fmla="*/ 0 h 234"/>
                  <a:gd name="T4" fmla="*/ 151 w 412"/>
                  <a:gd name="T5" fmla="*/ 0 h 234"/>
                  <a:gd name="T6" fmla="*/ 0 w 412"/>
                  <a:gd name="T7" fmla="*/ 234 h 234"/>
                  <a:gd name="T8" fmla="*/ 73 w 412"/>
                  <a:gd name="T9" fmla="*/ 234 h 234"/>
                  <a:gd name="T10" fmla="*/ 149 w 412"/>
                  <a:gd name="T11" fmla="*/ 116 h 234"/>
                  <a:gd name="T12" fmla="*/ 172 w 412"/>
                  <a:gd name="T13" fmla="*/ 234 h 234"/>
                  <a:gd name="T14" fmla="*/ 259 w 412"/>
                  <a:gd name="T15" fmla="*/ 234 h 234"/>
                  <a:gd name="T16" fmla="*/ 412 w 412"/>
                  <a:gd name="T17" fmla="*/ 0 h 234"/>
                  <a:gd name="T18" fmla="*/ 338 w 412"/>
                  <a:gd name="T19" fmla="*/ 0 h 234"/>
                  <a:gd name="T20" fmla="*/ 261 w 412"/>
                  <a:gd name="T21" fmla="*/ 119 h 234"/>
                  <a:gd name="T22" fmla="*/ 0 w 412"/>
                  <a:gd name="T23" fmla="*/ 0 h 234"/>
                  <a:gd name="T24" fmla="*/ 412 w 412"/>
                  <a:gd name="T25"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T22" t="T23" r="T24" b="T25"/>
                <a:pathLst>
                  <a:path w="412" h="234">
                    <a:moveTo>
                      <a:pt x="261" y="119"/>
                    </a:moveTo>
                    <a:lnTo>
                      <a:pt x="237" y="0"/>
                    </a:lnTo>
                    <a:lnTo>
                      <a:pt x="151" y="0"/>
                    </a:lnTo>
                    <a:lnTo>
                      <a:pt x="0" y="234"/>
                    </a:lnTo>
                    <a:lnTo>
                      <a:pt x="73" y="234"/>
                    </a:lnTo>
                    <a:lnTo>
                      <a:pt x="149" y="116"/>
                    </a:lnTo>
                    <a:lnTo>
                      <a:pt x="172" y="234"/>
                    </a:lnTo>
                    <a:lnTo>
                      <a:pt x="259" y="234"/>
                    </a:lnTo>
                    <a:lnTo>
                      <a:pt x="412" y="0"/>
                    </a:lnTo>
                    <a:lnTo>
                      <a:pt x="338" y="0"/>
                    </a:lnTo>
                    <a:lnTo>
                      <a:pt x="261" y="119"/>
                    </a:lnTo>
                    <a:close/>
                  </a:path>
                </a:pathLst>
              </a:custGeom>
              <a:solidFill>
                <a:srgbClr val="0400BA"/>
              </a:solidFill>
              <a:ln w="9525">
                <a:noFill/>
                <a:round/>
                <a:headEnd/>
                <a:tailEnd/>
              </a:ln>
              <a:effectLst/>
            </p:spPr>
            <p:txBody>
              <a:bodyPr wrap="none" anchor="ctr"/>
              <a:lstStyle/>
              <a:p>
                <a:endParaRPr lang="en-US" dirty="0"/>
              </a:p>
            </p:txBody>
          </p:sp>
          <p:sp>
            <p:nvSpPr>
              <p:cNvPr id="1042" name="AutoShape 18"/>
              <p:cNvSpPr>
                <a:spLocks noChangeArrowheads="1"/>
              </p:cNvSpPr>
              <p:nvPr/>
            </p:nvSpPr>
            <p:spPr bwMode="auto">
              <a:xfrm>
                <a:off x="5622" y="526"/>
                <a:ext cx="98" cy="50"/>
              </a:xfrm>
              <a:custGeom>
                <a:avLst/>
                <a:gdLst>
                  <a:gd name="T0" fmla="*/ 222 w 376"/>
                  <a:gd name="T1" fmla="*/ 107 h 234"/>
                  <a:gd name="T2" fmla="*/ 176 w 376"/>
                  <a:gd name="T3" fmla="*/ 179 h 234"/>
                  <a:gd name="T4" fmla="*/ 166 w 376"/>
                  <a:gd name="T5" fmla="*/ 185 h 234"/>
                  <a:gd name="T6" fmla="*/ 130 w 376"/>
                  <a:gd name="T7" fmla="*/ 185 h 234"/>
                  <a:gd name="T8" fmla="*/ 124 w 376"/>
                  <a:gd name="T9" fmla="*/ 183 h 234"/>
                  <a:gd name="T10" fmla="*/ 122 w 376"/>
                  <a:gd name="T11" fmla="*/ 177 h 234"/>
                  <a:gd name="T12" fmla="*/ 123 w 376"/>
                  <a:gd name="T13" fmla="*/ 171 h 234"/>
                  <a:gd name="T14" fmla="*/ 200 w 376"/>
                  <a:gd name="T15" fmla="*/ 55 h 234"/>
                  <a:gd name="T16" fmla="*/ 209 w 376"/>
                  <a:gd name="T17" fmla="*/ 49 h 234"/>
                  <a:gd name="T18" fmla="*/ 246 w 376"/>
                  <a:gd name="T19" fmla="*/ 49 h 234"/>
                  <a:gd name="T20" fmla="*/ 252 w 376"/>
                  <a:gd name="T21" fmla="*/ 51 h 234"/>
                  <a:gd name="T22" fmla="*/ 254 w 376"/>
                  <a:gd name="T23" fmla="*/ 57 h 234"/>
                  <a:gd name="T24" fmla="*/ 253 w 376"/>
                  <a:gd name="T25" fmla="*/ 62 h 234"/>
                  <a:gd name="T26" fmla="*/ 350 w 376"/>
                  <a:gd name="T27" fmla="*/ 80 h 234"/>
                  <a:gd name="T28" fmla="*/ 373 w 376"/>
                  <a:gd name="T29" fmla="*/ 42 h 234"/>
                  <a:gd name="T30" fmla="*/ 375 w 376"/>
                  <a:gd name="T31" fmla="*/ 25 h 234"/>
                  <a:gd name="T32" fmla="*/ 371 w 376"/>
                  <a:gd name="T33" fmla="*/ 13 h 234"/>
                  <a:gd name="T34" fmla="*/ 363 w 376"/>
                  <a:gd name="T35" fmla="*/ 6 h 234"/>
                  <a:gd name="T36" fmla="*/ 354 w 376"/>
                  <a:gd name="T37" fmla="*/ 0 h 234"/>
                  <a:gd name="T38" fmla="*/ 172 w 376"/>
                  <a:gd name="T39" fmla="*/ 0 h 234"/>
                  <a:gd name="T40" fmla="*/ 149 w 376"/>
                  <a:gd name="T41" fmla="*/ 3 h 234"/>
                  <a:gd name="T42" fmla="*/ 130 w 376"/>
                  <a:gd name="T43" fmla="*/ 12 h 234"/>
                  <a:gd name="T44" fmla="*/ 112 w 376"/>
                  <a:gd name="T45" fmla="*/ 25 h 234"/>
                  <a:gd name="T46" fmla="*/ 98 w 376"/>
                  <a:gd name="T47" fmla="*/ 43 h 234"/>
                  <a:gd name="T48" fmla="*/ 1 w 376"/>
                  <a:gd name="T49" fmla="*/ 192 h 234"/>
                  <a:gd name="T50" fmla="*/ 1 w 376"/>
                  <a:gd name="T51" fmla="*/ 208 h 234"/>
                  <a:gd name="T52" fmla="*/ 5 w 376"/>
                  <a:gd name="T53" fmla="*/ 220 h 234"/>
                  <a:gd name="T54" fmla="*/ 13 w 376"/>
                  <a:gd name="T55" fmla="*/ 228 h 234"/>
                  <a:gd name="T56" fmla="*/ 22 w 376"/>
                  <a:gd name="T57" fmla="*/ 234 h 234"/>
                  <a:gd name="T58" fmla="*/ 204 w 376"/>
                  <a:gd name="T59" fmla="*/ 234 h 234"/>
                  <a:gd name="T60" fmla="*/ 226 w 376"/>
                  <a:gd name="T61" fmla="*/ 231 h 234"/>
                  <a:gd name="T62" fmla="*/ 246 w 376"/>
                  <a:gd name="T63" fmla="*/ 222 h 234"/>
                  <a:gd name="T64" fmla="*/ 264 w 376"/>
                  <a:gd name="T65" fmla="*/ 208 h 234"/>
                  <a:gd name="T66" fmla="*/ 278 w 376"/>
                  <a:gd name="T67" fmla="*/ 190 h 234"/>
                  <a:gd name="T68" fmla="*/ 326 w 376"/>
                  <a:gd name="T69" fmla="*/ 156 h 234"/>
                  <a:gd name="T70" fmla="*/ 0 w 376"/>
                  <a:gd name="T71" fmla="*/ 0 h 234"/>
                  <a:gd name="T72" fmla="*/ 376 w 376"/>
                  <a:gd name="T73"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T70" t="T71" r="T72" b="T73"/>
                <a:pathLst>
                  <a:path w="376" h="234">
                    <a:moveTo>
                      <a:pt x="358" y="107"/>
                    </a:moveTo>
                    <a:lnTo>
                      <a:pt x="222" y="107"/>
                    </a:lnTo>
                    <a:lnTo>
                      <a:pt x="180" y="174"/>
                    </a:lnTo>
                    <a:lnTo>
                      <a:pt x="176" y="179"/>
                    </a:lnTo>
                    <a:lnTo>
                      <a:pt x="172" y="182"/>
                    </a:lnTo>
                    <a:lnTo>
                      <a:pt x="166" y="185"/>
                    </a:lnTo>
                    <a:lnTo>
                      <a:pt x="160" y="185"/>
                    </a:lnTo>
                    <a:lnTo>
                      <a:pt x="130" y="185"/>
                    </a:lnTo>
                    <a:lnTo>
                      <a:pt x="127" y="185"/>
                    </a:lnTo>
                    <a:lnTo>
                      <a:pt x="124" y="183"/>
                    </a:lnTo>
                    <a:lnTo>
                      <a:pt x="123" y="180"/>
                    </a:lnTo>
                    <a:lnTo>
                      <a:pt x="122" y="177"/>
                    </a:lnTo>
                    <a:lnTo>
                      <a:pt x="123" y="174"/>
                    </a:lnTo>
                    <a:lnTo>
                      <a:pt x="123" y="171"/>
                    </a:lnTo>
                    <a:lnTo>
                      <a:pt x="196" y="59"/>
                    </a:lnTo>
                    <a:lnTo>
                      <a:pt x="200" y="55"/>
                    </a:lnTo>
                    <a:lnTo>
                      <a:pt x="204" y="52"/>
                    </a:lnTo>
                    <a:lnTo>
                      <a:pt x="209" y="49"/>
                    </a:lnTo>
                    <a:lnTo>
                      <a:pt x="216" y="49"/>
                    </a:lnTo>
                    <a:lnTo>
                      <a:pt x="246" y="49"/>
                    </a:lnTo>
                    <a:lnTo>
                      <a:pt x="249" y="49"/>
                    </a:lnTo>
                    <a:lnTo>
                      <a:pt x="252" y="51"/>
                    </a:lnTo>
                    <a:lnTo>
                      <a:pt x="253" y="54"/>
                    </a:lnTo>
                    <a:lnTo>
                      <a:pt x="254" y="57"/>
                    </a:lnTo>
                    <a:lnTo>
                      <a:pt x="253" y="59"/>
                    </a:lnTo>
                    <a:lnTo>
                      <a:pt x="253" y="62"/>
                    </a:lnTo>
                    <a:lnTo>
                      <a:pt x="240" y="80"/>
                    </a:lnTo>
                    <a:lnTo>
                      <a:pt x="350" y="80"/>
                    </a:lnTo>
                    <a:lnTo>
                      <a:pt x="370" y="51"/>
                    </a:lnTo>
                    <a:lnTo>
                      <a:pt x="373" y="42"/>
                    </a:lnTo>
                    <a:lnTo>
                      <a:pt x="376" y="31"/>
                    </a:lnTo>
                    <a:lnTo>
                      <a:pt x="375" y="25"/>
                    </a:lnTo>
                    <a:lnTo>
                      <a:pt x="373" y="19"/>
                    </a:lnTo>
                    <a:lnTo>
                      <a:pt x="371" y="13"/>
                    </a:lnTo>
                    <a:lnTo>
                      <a:pt x="367" y="9"/>
                    </a:lnTo>
                    <a:lnTo>
                      <a:pt x="363" y="6"/>
                    </a:lnTo>
                    <a:lnTo>
                      <a:pt x="359" y="3"/>
                    </a:lnTo>
                    <a:lnTo>
                      <a:pt x="354" y="0"/>
                    </a:lnTo>
                    <a:lnTo>
                      <a:pt x="349" y="0"/>
                    </a:lnTo>
                    <a:lnTo>
                      <a:pt x="172" y="0"/>
                    </a:lnTo>
                    <a:lnTo>
                      <a:pt x="160" y="0"/>
                    </a:lnTo>
                    <a:lnTo>
                      <a:pt x="149" y="3"/>
                    </a:lnTo>
                    <a:lnTo>
                      <a:pt x="139" y="6"/>
                    </a:lnTo>
                    <a:lnTo>
                      <a:pt x="130" y="12"/>
                    </a:lnTo>
                    <a:lnTo>
                      <a:pt x="121" y="18"/>
                    </a:lnTo>
                    <a:lnTo>
                      <a:pt x="112" y="25"/>
                    </a:lnTo>
                    <a:lnTo>
                      <a:pt x="104" y="33"/>
                    </a:lnTo>
                    <a:lnTo>
                      <a:pt x="98" y="43"/>
                    </a:lnTo>
                    <a:lnTo>
                      <a:pt x="5" y="183"/>
                    </a:lnTo>
                    <a:lnTo>
                      <a:pt x="1" y="192"/>
                    </a:lnTo>
                    <a:lnTo>
                      <a:pt x="0" y="202"/>
                    </a:lnTo>
                    <a:lnTo>
                      <a:pt x="1" y="208"/>
                    </a:lnTo>
                    <a:lnTo>
                      <a:pt x="3" y="214"/>
                    </a:lnTo>
                    <a:lnTo>
                      <a:pt x="5" y="220"/>
                    </a:lnTo>
                    <a:lnTo>
                      <a:pt x="8" y="225"/>
                    </a:lnTo>
                    <a:lnTo>
                      <a:pt x="13" y="228"/>
                    </a:lnTo>
                    <a:lnTo>
                      <a:pt x="17" y="231"/>
                    </a:lnTo>
                    <a:lnTo>
                      <a:pt x="22" y="234"/>
                    </a:lnTo>
                    <a:lnTo>
                      <a:pt x="27" y="234"/>
                    </a:lnTo>
                    <a:lnTo>
                      <a:pt x="204" y="234"/>
                    </a:lnTo>
                    <a:lnTo>
                      <a:pt x="216" y="232"/>
                    </a:lnTo>
                    <a:lnTo>
                      <a:pt x="226" y="231"/>
                    </a:lnTo>
                    <a:lnTo>
                      <a:pt x="236" y="226"/>
                    </a:lnTo>
                    <a:lnTo>
                      <a:pt x="246" y="222"/>
                    </a:lnTo>
                    <a:lnTo>
                      <a:pt x="255" y="216"/>
                    </a:lnTo>
                    <a:lnTo>
                      <a:pt x="264" y="208"/>
                    </a:lnTo>
                    <a:lnTo>
                      <a:pt x="272" y="199"/>
                    </a:lnTo>
                    <a:lnTo>
                      <a:pt x="278" y="190"/>
                    </a:lnTo>
                    <a:lnTo>
                      <a:pt x="300" y="156"/>
                    </a:lnTo>
                    <a:lnTo>
                      <a:pt x="326" y="156"/>
                    </a:lnTo>
                    <a:lnTo>
                      <a:pt x="358" y="107"/>
                    </a:lnTo>
                    <a:close/>
                  </a:path>
                </a:pathLst>
              </a:custGeom>
              <a:solidFill>
                <a:srgbClr val="0400BA"/>
              </a:solidFill>
              <a:ln w="9525">
                <a:noFill/>
                <a:round/>
                <a:headEnd/>
                <a:tailEnd/>
              </a:ln>
              <a:effectLst/>
            </p:spPr>
            <p:txBody>
              <a:bodyPr wrap="none" anchor="ctr"/>
              <a:lstStyle/>
              <a:p>
                <a:endParaRPr lang="en-US" dirty="0"/>
              </a:p>
            </p:txBody>
          </p:sp>
          <p:sp>
            <p:nvSpPr>
              <p:cNvPr id="1043" name="AutoShape 19"/>
              <p:cNvSpPr>
                <a:spLocks noChangeArrowheads="1"/>
              </p:cNvSpPr>
              <p:nvPr/>
            </p:nvSpPr>
            <p:spPr bwMode="auto">
              <a:xfrm>
                <a:off x="5330" y="526"/>
                <a:ext cx="97" cy="50"/>
              </a:xfrm>
              <a:custGeom>
                <a:avLst/>
                <a:gdLst>
                  <a:gd name="T0" fmla="*/ 354 w 375"/>
                  <a:gd name="T1" fmla="*/ 0 h 234"/>
                  <a:gd name="T2" fmla="*/ 363 w 375"/>
                  <a:gd name="T3" fmla="*/ 6 h 234"/>
                  <a:gd name="T4" fmla="*/ 371 w 375"/>
                  <a:gd name="T5" fmla="*/ 13 h 234"/>
                  <a:gd name="T6" fmla="*/ 375 w 375"/>
                  <a:gd name="T7" fmla="*/ 25 h 234"/>
                  <a:gd name="T8" fmla="*/ 373 w 375"/>
                  <a:gd name="T9" fmla="*/ 42 h 234"/>
                  <a:gd name="T10" fmla="*/ 253 w 375"/>
                  <a:gd name="T11" fmla="*/ 62 h 234"/>
                  <a:gd name="T12" fmla="*/ 254 w 375"/>
                  <a:gd name="T13" fmla="*/ 57 h 234"/>
                  <a:gd name="T14" fmla="*/ 252 w 375"/>
                  <a:gd name="T15" fmla="*/ 51 h 234"/>
                  <a:gd name="T16" fmla="*/ 246 w 375"/>
                  <a:gd name="T17" fmla="*/ 49 h 234"/>
                  <a:gd name="T18" fmla="*/ 209 w 375"/>
                  <a:gd name="T19" fmla="*/ 49 h 234"/>
                  <a:gd name="T20" fmla="*/ 200 w 375"/>
                  <a:gd name="T21" fmla="*/ 55 h 234"/>
                  <a:gd name="T22" fmla="*/ 123 w 375"/>
                  <a:gd name="T23" fmla="*/ 171 h 234"/>
                  <a:gd name="T24" fmla="*/ 122 w 375"/>
                  <a:gd name="T25" fmla="*/ 177 h 234"/>
                  <a:gd name="T26" fmla="*/ 125 w 375"/>
                  <a:gd name="T27" fmla="*/ 183 h 234"/>
                  <a:gd name="T28" fmla="*/ 130 w 375"/>
                  <a:gd name="T29" fmla="*/ 185 h 234"/>
                  <a:gd name="T30" fmla="*/ 166 w 375"/>
                  <a:gd name="T31" fmla="*/ 185 h 234"/>
                  <a:gd name="T32" fmla="*/ 176 w 375"/>
                  <a:gd name="T33" fmla="*/ 179 h 234"/>
                  <a:gd name="T34" fmla="*/ 253 w 375"/>
                  <a:gd name="T35" fmla="*/ 62 h 234"/>
                  <a:gd name="T36" fmla="*/ 279 w 375"/>
                  <a:gd name="T37" fmla="*/ 190 h 234"/>
                  <a:gd name="T38" fmla="*/ 264 w 375"/>
                  <a:gd name="T39" fmla="*/ 208 h 234"/>
                  <a:gd name="T40" fmla="*/ 246 w 375"/>
                  <a:gd name="T41" fmla="*/ 222 h 234"/>
                  <a:gd name="T42" fmla="*/ 226 w 375"/>
                  <a:gd name="T43" fmla="*/ 231 h 234"/>
                  <a:gd name="T44" fmla="*/ 204 w 375"/>
                  <a:gd name="T45" fmla="*/ 234 h 234"/>
                  <a:gd name="T46" fmla="*/ 22 w 375"/>
                  <a:gd name="T47" fmla="*/ 234 h 234"/>
                  <a:gd name="T48" fmla="*/ 12 w 375"/>
                  <a:gd name="T49" fmla="*/ 228 h 234"/>
                  <a:gd name="T50" fmla="*/ 5 w 375"/>
                  <a:gd name="T51" fmla="*/ 220 h 234"/>
                  <a:gd name="T52" fmla="*/ 1 w 375"/>
                  <a:gd name="T53" fmla="*/ 208 h 234"/>
                  <a:gd name="T54" fmla="*/ 1 w 375"/>
                  <a:gd name="T55" fmla="*/ 192 h 234"/>
                  <a:gd name="T56" fmla="*/ 98 w 375"/>
                  <a:gd name="T57" fmla="*/ 43 h 234"/>
                  <a:gd name="T58" fmla="*/ 112 w 375"/>
                  <a:gd name="T59" fmla="*/ 25 h 234"/>
                  <a:gd name="T60" fmla="*/ 130 w 375"/>
                  <a:gd name="T61" fmla="*/ 12 h 234"/>
                  <a:gd name="T62" fmla="*/ 149 w 375"/>
                  <a:gd name="T63" fmla="*/ 3 h 234"/>
                  <a:gd name="T64" fmla="*/ 171 w 375"/>
                  <a:gd name="T65" fmla="*/ 0 h 234"/>
                  <a:gd name="T66" fmla="*/ 0 w 375"/>
                  <a:gd name="T67" fmla="*/ 0 h 234"/>
                  <a:gd name="T68" fmla="*/ 375 w 375"/>
                  <a:gd name="T69"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T66" t="T67" r="T68" b="T69"/>
                <a:pathLst>
                  <a:path w="375" h="234">
                    <a:moveTo>
                      <a:pt x="348" y="0"/>
                    </a:moveTo>
                    <a:lnTo>
                      <a:pt x="354" y="0"/>
                    </a:lnTo>
                    <a:lnTo>
                      <a:pt x="359" y="3"/>
                    </a:lnTo>
                    <a:lnTo>
                      <a:pt x="363" y="6"/>
                    </a:lnTo>
                    <a:lnTo>
                      <a:pt x="367" y="9"/>
                    </a:lnTo>
                    <a:lnTo>
                      <a:pt x="371" y="13"/>
                    </a:lnTo>
                    <a:lnTo>
                      <a:pt x="373" y="19"/>
                    </a:lnTo>
                    <a:lnTo>
                      <a:pt x="375" y="25"/>
                    </a:lnTo>
                    <a:lnTo>
                      <a:pt x="375" y="31"/>
                    </a:lnTo>
                    <a:lnTo>
                      <a:pt x="373" y="42"/>
                    </a:lnTo>
                    <a:lnTo>
                      <a:pt x="370" y="51"/>
                    </a:lnTo>
                    <a:lnTo>
                      <a:pt x="253" y="62"/>
                    </a:lnTo>
                    <a:lnTo>
                      <a:pt x="253" y="59"/>
                    </a:lnTo>
                    <a:lnTo>
                      <a:pt x="254" y="57"/>
                    </a:lnTo>
                    <a:lnTo>
                      <a:pt x="253" y="54"/>
                    </a:lnTo>
                    <a:lnTo>
                      <a:pt x="252" y="51"/>
                    </a:lnTo>
                    <a:lnTo>
                      <a:pt x="249" y="49"/>
                    </a:lnTo>
                    <a:lnTo>
                      <a:pt x="246" y="49"/>
                    </a:lnTo>
                    <a:lnTo>
                      <a:pt x="216" y="49"/>
                    </a:lnTo>
                    <a:lnTo>
                      <a:pt x="209" y="49"/>
                    </a:lnTo>
                    <a:lnTo>
                      <a:pt x="204" y="52"/>
                    </a:lnTo>
                    <a:lnTo>
                      <a:pt x="200" y="55"/>
                    </a:lnTo>
                    <a:lnTo>
                      <a:pt x="196" y="59"/>
                    </a:lnTo>
                    <a:lnTo>
                      <a:pt x="123" y="171"/>
                    </a:lnTo>
                    <a:lnTo>
                      <a:pt x="122" y="174"/>
                    </a:lnTo>
                    <a:lnTo>
                      <a:pt x="122" y="177"/>
                    </a:lnTo>
                    <a:lnTo>
                      <a:pt x="123" y="180"/>
                    </a:lnTo>
                    <a:lnTo>
                      <a:pt x="125" y="183"/>
                    </a:lnTo>
                    <a:lnTo>
                      <a:pt x="126" y="185"/>
                    </a:lnTo>
                    <a:lnTo>
                      <a:pt x="130" y="185"/>
                    </a:lnTo>
                    <a:lnTo>
                      <a:pt x="160" y="185"/>
                    </a:lnTo>
                    <a:lnTo>
                      <a:pt x="166" y="185"/>
                    </a:lnTo>
                    <a:lnTo>
                      <a:pt x="171" y="182"/>
                    </a:lnTo>
                    <a:lnTo>
                      <a:pt x="176" y="179"/>
                    </a:lnTo>
                    <a:lnTo>
                      <a:pt x="180" y="174"/>
                    </a:lnTo>
                    <a:lnTo>
                      <a:pt x="253" y="62"/>
                    </a:lnTo>
                    <a:lnTo>
                      <a:pt x="370" y="51"/>
                    </a:lnTo>
                    <a:lnTo>
                      <a:pt x="279" y="190"/>
                    </a:lnTo>
                    <a:lnTo>
                      <a:pt x="272" y="199"/>
                    </a:lnTo>
                    <a:lnTo>
                      <a:pt x="264" y="208"/>
                    </a:lnTo>
                    <a:lnTo>
                      <a:pt x="255" y="216"/>
                    </a:lnTo>
                    <a:lnTo>
                      <a:pt x="246" y="222"/>
                    </a:lnTo>
                    <a:lnTo>
                      <a:pt x="236" y="226"/>
                    </a:lnTo>
                    <a:lnTo>
                      <a:pt x="226" y="231"/>
                    </a:lnTo>
                    <a:lnTo>
                      <a:pt x="216" y="232"/>
                    </a:lnTo>
                    <a:lnTo>
                      <a:pt x="204" y="234"/>
                    </a:lnTo>
                    <a:lnTo>
                      <a:pt x="27" y="234"/>
                    </a:lnTo>
                    <a:lnTo>
                      <a:pt x="22" y="234"/>
                    </a:lnTo>
                    <a:lnTo>
                      <a:pt x="17" y="231"/>
                    </a:lnTo>
                    <a:lnTo>
                      <a:pt x="12" y="228"/>
                    </a:lnTo>
                    <a:lnTo>
                      <a:pt x="8" y="225"/>
                    </a:lnTo>
                    <a:lnTo>
                      <a:pt x="5" y="220"/>
                    </a:lnTo>
                    <a:lnTo>
                      <a:pt x="3" y="214"/>
                    </a:lnTo>
                    <a:lnTo>
                      <a:pt x="1" y="208"/>
                    </a:lnTo>
                    <a:lnTo>
                      <a:pt x="0" y="202"/>
                    </a:lnTo>
                    <a:lnTo>
                      <a:pt x="1" y="192"/>
                    </a:lnTo>
                    <a:lnTo>
                      <a:pt x="5" y="183"/>
                    </a:lnTo>
                    <a:lnTo>
                      <a:pt x="98" y="43"/>
                    </a:lnTo>
                    <a:lnTo>
                      <a:pt x="104" y="33"/>
                    </a:lnTo>
                    <a:lnTo>
                      <a:pt x="112" y="25"/>
                    </a:lnTo>
                    <a:lnTo>
                      <a:pt x="121" y="18"/>
                    </a:lnTo>
                    <a:lnTo>
                      <a:pt x="130" y="12"/>
                    </a:lnTo>
                    <a:lnTo>
                      <a:pt x="139" y="6"/>
                    </a:lnTo>
                    <a:lnTo>
                      <a:pt x="149" y="3"/>
                    </a:lnTo>
                    <a:lnTo>
                      <a:pt x="160" y="0"/>
                    </a:lnTo>
                    <a:lnTo>
                      <a:pt x="171" y="0"/>
                    </a:lnTo>
                    <a:lnTo>
                      <a:pt x="348" y="0"/>
                    </a:lnTo>
                    <a:close/>
                  </a:path>
                </a:pathLst>
              </a:custGeom>
              <a:solidFill>
                <a:srgbClr val="0400BA"/>
              </a:solidFill>
              <a:ln w="9525">
                <a:noFill/>
                <a:round/>
                <a:headEnd/>
                <a:tailEnd/>
              </a:ln>
              <a:effectLst/>
            </p:spPr>
            <p:txBody>
              <a:bodyPr wrap="none" anchor="ctr"/>
              <a:lstStyle/>
              <a:p>
                <a:endParaRPr lang="en-US" dirty="0"/>
              </a:p>
            </p:txBody>
          </p:sp>
        </p:grpSp>
        <p:grpSp>
          <p:nvGrpSpPr>
            <p:cNvPr id="1044" name="Group 20"/>
            <p:cNvGrpSpPr>
              <a:grpSpLocks/>
            </p:cNvGrpSpPr>
            <p:nvPr/>
          </p:nvGrpSpPr>
          <p:grpSpPr bwMode="auto">
            <a:xfrm>
              <a:off x="5086" y="496"/>
              <a:ext cx="174" cy="136"/>
              <a:chOff x="5086" y="496"/>
              <a:chExt cx="174" cy="136"/>
            </a:xfrm>
          </p:grpSpPr>
          <p:sp>
            <p:nvSpPr>
              <p:cNvPr id="1045" name="AutoShape 21"/>
              <p:cNvSpPr>
                <a:spLocks noChangeArrowheads="1"/>
              </p:cNvSpPr>
              <p:nvPr/>
            </p:nvSpPr>
            <p:spPr bwMode="auto">
              <a:xfrm>
                <a:off x="5086" y="512"/>
                <a:ext cx="100" cy="95"/>
              </a:xfrm>
              <a:custGeom>
                <a:avLst/>
                <a:gdLst>
                  <a:gd name="T0" fmla="*/ 234 w 389"/>
                  <a:gd name="T1" fmla="*/ 5 h 451"/>
                  <a:gd name="T2" fmla="*/ 287 w 389"/>
                  <a:gd name="T3" fmla="*/ 27 h 451"/>
                  <a:gd name="T4" fmla="*/ 332 w 389"/>
                  <a:gd name="T5" fmla="*/ 66 h 451"/>
                  <a:gd name="T6" fmla="*/ 366 w 389"/>
                  <a:gd name="T7" fmla="*/ 118 h 451"/>
                  <a:gd name="T8" fmla="*/ 385 w 389"/>
                  <a:gd name="T9" fmla="*/ 181 h 451"/>
                  <a:gd name="T10" fmla="*/ 388 w 389"/>
                  <a:gd name="T11" fmla="*/ 249 h 451"/>
                  <a:gd name="T12" fmla="*/ 373 w 389"/>
                  <a:gd name="T13" fmla="*/ 315 h 451"/>
                  <a:gd name="T14" fmla="*/ 345 w 389"/>
                  <a:gd name="T15" fmla="*/ 370 h 451"/>
                  <a:gd name="T16" fmla="*/ 303 w 389"/>
                  <a:gd name="T17" fmla="*/ 414 h 451"/>
                  <a:gd name="T18" fmla="*/ 253 w 389"/>
                  <a:gd name="T19" fmla="*/ 443 h 451"/>
                  <a:gd name="T20" fmla="*/ 194 w 389"/>
                  <a:gd name="T21" fmla="*/ 451 h 451"/>
                  <a:gd name="T22" fmla="*/ 136 w 389"/>
                  <a:gd name="T23" fmla="*/ 443 h 451"/>
                  <a:gd name="T24" fmla="*/ 86 w 389"/>
                  <a:gd name="T25" fmla="*/ 414 h 451"/>
                  <a:gd name="T26" fmla="*/ 44 w 389"/>
                  <a:gd name="T27" fmla="*/ 370 h 451"/>
                  <a:gd name="T28" fmla="*/ 15 w 389"/>
                  <a:gd name="T29" fmla="*/ 315 h 451"/>
                  <a:gd name="T30" fmla="*/ 0 w 389"/>
                  <a:gd name="T31" fmla="*/ 249 h 451"/>
                  <a:gd name="T32" fmla="*/ 4 w 389"/>
                  <a:gd name="T33" fmla="*/ 181 h 451"/>
                  <a:gd name="T34" fmla="*/ 23 w 389"/>
                  <a:gd name="T35" fmla="*/ 118 h 451"/>
                  <a:gd name="T36" fmla="*/ 56 w 389"/>
                  <a:gd name="T37" fmla="*/ 66 h 451"/>
                  <a:gd name="T38" fmla="*/ 101 w 389"/>
                  <a:gd name="T39" fmla="*/ 27 h 451"/>
                  <a:gd name="T40" fmla="*/ 155 w 389"/>
                  <a:gd name="T41" fmla="*/ 5 h 451"/>
                  <a:gd name="T42" fmla="*/ 194 w 389"/>
                  <a:gd name="T43" fmla="*/ 17 h 451"/>
                  <a:gd name="T44" fmla="*/ 141 w 389"/>
                  <a:gd name="T45" fmla="*/ 27 h 451"/>
                  <a:gd name="T46" fmla="*/ 94 w 389"/>
                  <a:gd name="T47" fmla="*/ 53 h 451"/>
                  <a:gd name="T48" fmla="*/ 55 w 389"/>
                  <a:gd name="T49" fmla="*/ 93 h 451"/>
                  <a:gd name="T50" fmla="*/ 28 w 389"/>
                  <a:gd name="T51" fmla="*/ 145 h 451"/>
                  <a:gd name="T52" fmla="*/ 15 w 389"/>
                  <a:gd name="T53" fmla="*/ 204 h 451"/>
                  <a:gd name="T54" fmla="*/ 18 w 389"/>
                  <a:gd name="T55" fmla="*/ 268 h 451"/>
                  <a:gd name="T56" fmla="*/ 36 w 389"/>
                  <a:gd name="T57" fmla="*/ 326 h 451"/>
                  <a:gd name="T58" fmla="*/ 67 w 389"/>
                  <a:gd name="T59" fmla="*/ 374 h 451"/>
                  <a:gd name="T60" fmla="*/ 108 w 389"/>
                  <a:gd name="T61" fmla="*/ 410 h 451"/>
                  <a:gd name="T62" fmla="*/ 158 w 389"/>
                  <a:gd name="T63" fmla="*/ 431 h 451"/>
                  <a:gd name="T64" fmla="*/ 213 w 389"/>
                  <a:gd name="T65" fmla="*/ 434 h 451"/>
                  <a:gd name="T66" fmla="*/ 264 w 389"/>
                  <a:gd name="T67" fmla="*/ 419 h 451"/>
                  <a:gd name="T68" fmla="*/ 309 w 389"/>
                  <a:gd name="T69" fmla="*/ 387 h 451"/>
                  <a:gd name="T70" fmla="*/ 344 w 389"/>
                  <a:gd name="T71" fmla="*/ 343 h 451"/>
                  <a:gd name="T72" fmla="*/ 366 w 389"/>
                  <a:gd name="T73" fmla="*/ 288 h 451"/>
                  <a:gd name="T74" fmla="*/ 375 w 389"/>
                  <a:gd name="T75" fmla="*/ 227 h 451"/>
                  <a:gd name="T76" fmla="*/ 366 w 389"/>
                  <a:gd name="T77" fmla="*/ 164 h 451"/>
                  <a:gd name="T78" fmla="*/ 344 w 389"/>
                  <a:gd name="T79" fmla="*/ 109 h 451"/>
                  <a:gd name="T80" fmla="*/ 309 w 389"/>
                  <a:gd name="T81" fmla="*/ 64 h 451"/>
                  <a:gd name="T82" fmla="*/ 264 w 389"/>
                  <a:gd name="T83" fmla="*/ 33 h 451"/>
                  <a:gd name="T84" fmla="*/ 213 w 389"/>
                  <a:gd name="T85" fmla="*/ 18 h 451"/>
                  <a:gd name="T86" fmla="*/ 0 w 389"/>
                  <a:gd name="T87" fmla="*/ 0 h 451"/>
                  <a:gd name="T88" fmla="*/ 389 w 389"/>
                  <a:gd name="T89" fmla="*/ 451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T86" t="T87" r="T88" b="T89"/>
                <a:pathLst>
                  <a:path w="389" h="451">
                    <a:moveTo>
                      <a:pt x="194" y="0"/>
                    </a:moveTo>
                    <a:lnTo>
                      <a:pt x="214" y="2"/>
                    </a:lnTo>
                    <a:lnTo>
                      <a:pt x="234" y="5"/>
                    </a:lnTo>
                    <a:lnTo>
                      <a:pt x="253" y="11"/>
                    </a:lnTo>
                    <a:lnTo>
                      <a:pt x="269" y="18"/>
                    </a:lnTo>
                    <a:lnTo>
                      <a:pt x="287" y="27"/>
                    </a:lnTo>
                    <a:lnTo>
                      <a:pt x="303" y="39"/>
                    </a:lnTo>
                    <a:lnTo>
                      <a:pt x="318" y="51"/>
                    </a:lnTo>
                    <a:lnTo>
                      <a:pt x="332" y="66"/>
                    </a:lnTo>
                    <a:lnTo>
                      <a:pt x="345" y="82"/>
                    </a:lnTo>
                    <a:lnTo>
                      <a:pt x="355" y="100"/>
                    </a:lnTo>
                    <a:lnTo>
                      <a:pt x="366" y="118"/>
                    </a:lnTo>
                    <a:lnTo>
                      <a:pt x="373" y="139"/>
                    </a:lnTo>
                    <a:lnTo>
                      <a:pt x="380" y="158"/>
                    </a:lnTo>
                    <a:lnTo>
                      <a:pt x="385" y="181"/>
                    </a:lnTo>
                    <a:lnTo>
                      <a:pt x="388" y="203"/>
                    </a:lnTo>
                    <a:lnTo>
                      <a:pt x="389" y="227"/>
                    </a:lnTo>
                    <a:lnTo>
                      <a:pt x="388" y="249"/>
                    </a:lnTo>
                    <a:lnTo>
                      <a:pt x="385" y="271"/>
                    </a:lnTo>
                    <a:lnTo>
                      <a:pt x="380" y="294"/>
                    </a:lnTo>
                    <a:lnTo>
                      <a:pt x="373" y="315"/>
                    </a:lnTo>
                    <a:lnTo>
                      <a:pt x="366" y="334"/>
                    </a:lnTo>
                    <a:lnTo>
                      <a:pt x="355" y="353"/>
                    </a:lnTo>
                    <a:lnTo>
                      <a:pt x="345" y="370"/>
                    </a:lnTo>
                    <a:lnTo>
                      <a:pt x="332" y="386"/>
                    </a:lnTo>
                    <a:lnTo>
                      <a:pt x="318" y="401"/>
                    </a:lnTo>
                    <a:lnTo>
                      <a:pt x="303" y="414"/>
                    </a:lnTo>
                    <a:lnTo>
                      <a:pt x="287" y="425"/>
                    </a:lnTo>
                    <a:lnTo>
                      <a:pt x="269" y="435"/>
                    </a:lnTo>
                    <a:lnTo>
                      <a:pt x="253" y="443"/>
                    </a:lnTo>
                    <a:lnTo>
                      <a:pt x="234" y="447"/>
                    </a:lnTo>
                    <a:lnTo>
                      <a:pt x="214" y="451"/>
                    </a:lnTo>
                    <a:lnTo>
                      <a:pt x="194" y="451"/>
                    </a:lnTo>
                    <a:lnTo>
                      <a:pt x="175" y="451"/>
                    </a:lnTo>
                    <a:lnTo>
                      <a:pt x="155" y="447"/>
                    </a:lnTo>
                    <a:lnTo>
                      <a:pt x="136" y="443"/>
                    </a:lnTo>
                    <a:lnTo>
                      <a:pt x="118" y="435"/>
                    </a:lnTo>
                    <a:lnTo>
                      <a:pt x="101" y="425"/>
                    </a:lnTo>
                    <a:lnTo>
                      <a:pt x="86" y="414"/>
                    </a:lnTo>
                    <a:lnTo>
                      <a:pt x="71" y="401"/>
                    </a:lnTo>
                    <a:lnTo>
                      <a:pt x="56" y="386"/>
                    </a:lnTo>
                    <a:lnTo>
                      <a:pt x="44" y="370"/>
                    </a:lnTo>
                    <a:lnTo>
                      <a:pt x="33" y="353"/>
                    </a:lnTo>
                    <a:lnTo>
                      <a:pt x="23" y="334"/>
                    </a:lnTo>
                    <a:lnTo>
                      <a:pt x="15" y="315"/>
                    </a:lnTo>
                    <a:lnTo>
                      <a:pt x="8" y="294"/>
                    </a:lnTo>
                    <a:lnTo>
                      <a:pt x="4" y="271"/>
                    </a:lnTo>
                    <a:lnTo>
                      <a:pt x="0" y="249"/>
                    </a:lnTo>
                    <a:lnTo>
                      <a:pt x="0" y="227"/>
                    </a:lnTo>
                    <a:lnTo>
                      <a:pt x="0" y="203"/>
                    </a:lnTo>
                    <a:lnTo>
                      <a:pt x="4" y="181"/>
                    </a:lnTo>
                    <a:lnTo>
                      <a:pt x="8" y="158"/>
                    </a:lnTo>
                    <a:lnTo>
                      <a:pt x="15" y="139"/>
                    </a:lnTo>
                    <a:lnTo>
                      <a:pt x="23" y="118"/>
                    </a:lnTo>
                    <a:lnTo>
                      <a:pt x="33" y="100"/>
                    </a:lnTo>
                    <a:lnTo>
                      <a:pt x="44" y="82"/>
                    </a:lnTo>
                    <a:lnTo>
                      <a:pt x="56" y="66"/>
                    </a:lnTo>
                    <a:lnTo>
                      <a:pt x="71" y="51"/>
                    </a:lnTo>
                    <a:lnTo>
                      <a:pt x="86" y="39"/>
                    </a:lnTo>
                    <a:lnTo>
                      <a:pt x="101" y="27"/>
                    </a:lnTo>
                    <a:lnTo>
                      <a:pt x="118" y="18"/>
                    </a:lnTo>
                    <a:lnTo>
                      <a:pt x="136" y="11"/>
                    </a:lnTo>
                    <a:lnTo>
                      <a:pt x="155" y="5"/>
                    </a:lnTo>
                    <a:lnTo>
                      <a:pt x="175" y="2"/>
                    </a:lnTo>
                    <a:lnTo>
                      <a:pt x="194" y="0"/>
                    </a:lnTo>
                    <a:lnTo>
                      <a:pt x="194" y="17"/>
                    </a:lnTo>
                    <a:lnTo>
                      <a:pt x="176" y="18"/>
                    </a:lnTo>
                    <a:lnTo>
                      <a:pt x="158" y="21"/>
                    </a:lnTo>
                    <a:lnTo>
                      <a:pt x="141" y="27"/>
                    </a:lnTo>
                    <a:lnTo>
                      <a:pt x="124" y="33"/>
                    </a:lnTo>
                    <a:lnTo>
                      <a:pt x="108" y="42"/>
                    </a:lnTo>
                    <a:lnTo>
                      <a:pt x="94" y="53"/>
                    </a:lnTo>
                    <a:lnTo>
                      <a:pt x="80" y="64"/>
                    </a:lnTo>
                    <a:lnTo>
                      <a:pt x="67" y="78"/>
                    </a:lnTo>
                    <a:lnTo>
                      <a:pt x="55" y="93"/>
                    </a:lnTo>
                    <a:lnTo>
                      <a:pt x="45" y="109"/>
                    </a:lnTo>
                    <a:lnTo>
                      <a:pt x="36" y="127"/>
                    </a:lnTo>
                    <a:lnTo>
                      <a:pt x="28" y="145"/>
                    </a:lnTo>
                    <a:lnTo>
                      <a:pt x="22" y="164"/>
                    </a:lnTo>
                    <a:lnTo>
                      <a:pt x="18" y="184"/>
                    </a:lnTo>
                    <a:lnTo>
                      <a:pt x="15" y="204"/>
                    </a:lnTo>
                    <a:lnTo>
                      <a:pt x="14" y="227"/>
                    </a:lnTo>
                    <a:lnTo>
                      <a:pt x="15" y="248"/>
                    </a:lnTo>
                    <a:lnTo>
                      <a:pt x="18" y="268"/>
                    </a:lnTo>
                    <a:lnTo>
                      <a:pt x="22" y="288"/>
                    </a:lnTo>
                    <a:lnTo>
                      <a:pt x="28" y="307"/>
                    </a:lnTo>
                    <a:lnTo>
                      <a:pt x="36" y="326"/>
                    </a:lnTo>
                    <a:lnTo>
                      <a:pt x="45" y="343"/>
                    </a:lnTo>
                    <a:lnTo>
                      <a:pt x="55" y="359"/>
                    </a:lnTo>
                    <a:lnTo>
                      <a:pt x="67" y="374"/>
                    </a:lnTo>
                    <a:lnTo>
                      <a:pt x="80" y="387"/>
                    </a:lnTo>
                    <a:lnTo>
                      <a:pt x="94" y="399"/>
                    </a:lnTo>
                    <a:lnTo>
                      <a:pt x="108" y="410"/>
                    </a:lnTo>
                    <a:lnTo>
                      <a:pt x="124" y="419"/>
                    </a:lnTo>
                    <a:lnTo>
                      <a:pt x="141" y="426"/>
                    </a:lnTo>
                    <a:lnTo>
                      <a:pt x="158" y="431"/>
                    </a:lnTo>
                    <a:lnTo>
                      <a:pt x="176" y="434"/>
                    </a:lnTo>
                    <a:lnTo>
                      <a:pt x="194" y="435"/>
                    </a:lnTo>
                    <a:lnTo>
                      <a:pt x="213" y="434"/>
                    </a:lnTo>
                    <a:lnTo>
                      <a:pt x="231" y="431"/>
                    </a:lnTo>
                    <a:lnTo>
                      <a:pt x="248" y="426"/>
                    </a:lnTo>
                    <a:lnTo>
                      <a:pt x="264" y="419"/>
                    </a:lnTo>
                    <a:lnTo>
                      <a:pt x="280" y="410"/>
                    </a:lnTo>
                    <a:lnTo>
                      <a:pt x="295" y="399"/>
                    </a:lnTo>
                    <a:lnTo>
                      <a:pt x="309" y="387"/>
                    </a:lnTo>
                    <a:lnTo>
                      <a:pt x="322" y="374"/>
                    </a:lnTo>
                    <a:lnTo>
                      <a:pt x="334" y="359"/>
                    </a:lnTo>
                    <a:lnTo>
                      <a:pt x="344" y="343"/>
                    </a:lnTo>
                    <a:lnTo>
                      <a:pt x="353" y="326"/>
                    </a:lnTo>
                    <a:lnTo>
                      <a:pt x="361" y="307"/>
                    </a:lnTo>
                    <a:lnTo>
                      <a:pt x="366" y="288"/>
                    </a:lnTo>
                    <a:lnTo>
                      <a:pt x="371" y="268"/>
                    </a:lnTo>
                    <a:lnTo>
                      <a:pt x="373" y="248"/>
                    </a:lnTo>
                    <a:lnTo>
                      <a:pt x="375" y="227"/>
                    </a:lnTo>
                    <a:lnTo>
                      <a:pt x="373" y="204"/>
                    </a:lnTo>
                    <a:lnTo>
                      <a:pt x="371" y="184"/>
                    </a:lnTo>
                    <a:lnTo>
                      <a:pt x="366" y="164"/>
                    </a:lnTo>
                    <a:lnTo>
                      <a:pt x="361" y="145"/>
                    </a:lnTo>
                    <a:lnTo>
                      <a:pt x="353" y="127"/>
                    </a:lnTo>
                    <a:lnTo>
                      <a:pt x="344" y="109"/>
                    </a:lnTo>
                    <a:lnTo>
                      <a:pt x="334" y="93"/>
                    </a:lnTo>
                    <a:lnTo>
                      <a:pt x="322" y="78"/>
                    </a:lnTo>
                    <a:lnTo>
                      <a:pt x="309" y="64"/>
                    </a:lnTo>
                    <a:lnTo>
                      <a:pt x="295" y="53"/>
                    </a:lnTo>
                    <a:lnTo>
                      <a:pt x="280" y="42"/>
                    </a:lnTo>
                    <a:lnTo>
                      <a:pt x="264" y="33"/>
                    </a:lnTo>
                    <a:lnTo>
                      <a:pt x="248" y="27"/>
                    </a:lnTo>
                    <a:lnTo>
                      <a:pt x="231" y="21"/>
                    </a:lnTo>
                    <a:lnTo>
                      <a:pt x="213" y="18"/>
                    </a:lnTo>
                    <a:lnTo>
                      <a:pt x="194" y="17"/>
                    </a:lnTo>
                    <a:lnTo>
                      <a:pt x="194" y="0"/>
                    </a:lnTo>
                    <a:close/>
                  </a:path>
                </a:pathLst>
              </a:custGeom>
              <a:solidFill>
                <a:srgbClr val="878787"/>
              </a:solidFill>
              <a:ln w="9525">
                <a:noFill/>
                <a:round/>
                <a:headEnd/>
                <a:tailEnd/>
              </a:ln>
              <a:effectLst/>
            </p:spPr>
            <p:txBody>
              <a:bodyPr wrap="none" anchor="ctr"/>
              <a:lstStyle/>
              <a:p>
                <a:endParaRPr lang="en-US" dirty="0"/>
              </a:p>
            </p:txBody>
          </p:sp>
          <p:sp>
            <p:nvSpPr>
              <p:cNvPr id="1046" name="AutoShape 22"/>
              <p:cNvSpPr>
                <a:spLocks noChangeArrowheads="1"/>
              </p:cNvSpPr>
              <p:nvPr/>
            </p:nvSpPr>
            <p:spPr bwMode="auto">
              <a:xfrm>
                <a:off x="5090" y="496"/>
                <a:ext cx="100" cy="137"/>
              </a:xfrm>
              <a:custGeom>
                <a:avLst/>
                <a:gdLst>
                  <a:gd name="T0" fmla="*/ 363 w 389"/>
                  <a:gd name="T1" fmla="*/ 18 h 646"/>
                  <a:gd name="T2" fmla="*/ 313 w 389"/>
                  <a:gd name="T3" fmla="*/ 58 h 646"/>
                  <a:gd name="T4" fmla="*/ 244 w 389"/>
                  <a:gd name="T5" fmla="*/ 125 h 646"/>
                  <a:gd name="T6" fmla="*/ 181 w 389"/>
                  <a:gd name="T7" fmla="*/ 195 h 646"/>
                  <a:gd name="T8" fmla="*/ 144 w 389"/>
                  <a:gd name="T9" fmla="*/ 244 h 646"/>
                  <a:gd name="T10" fmla="*/ 110 w 389"/>
                  <a:gd name="T11" fmla="*/ 295 h 646"/>
                  <a:gd name="T12" fmla="*/ 82 w 389"/>
                  <a:gd name="T13" fmla="*/ 342 h 646"/>
                  <a:gd name="T14" fmla="*/ 57 w 389"/>
                  <a:gd name="T15" fmla="*/ 391 h 646"/>
                  <a:gd name="T16" fmla="*/ 36 w 389"/>
                  <a:gd name="T17" fmla="*/ 438 h 646"/>
                  <a:gd name="T18" fmla="*/ 19 w 389"/>
                  <a:gd name="T19" fmla="*/ 481 h 646"/>
                  <a:gd name="T20" fmla="*/ 8 w 389"/>
                  <a:gd name="T21" fmla="*/ 521 h 646"/>
                  <a:gd name="T22" fmla="*/ 1 w 389"/>
                  <a:gd name="T23" fmla="*/ 557 h 646"/>
                  <a:gd name="T24" fmla="*/ 0 w 389"/>
                  <a:gd name="T25" fmla="*/ 588 h 646"/>
                  <a:gd name="T26" fmla="*/ 5 w 389"/>
                  <a:gd name="T27" fmla="*/ 613 h 646"/>
                  <a:gd name="T28" fmla="*/ 14 w 389"/>
                  <a:gd name="T29" fmla="*/ 633 h 646"/>
                  <a:gd name="T30" fmla="*/ 28 w 389"/>
                  <a:gd name="T31" fmla="*/ 643 h 646"/>
                  <a:gd name="T32" fmla="*/ 45 w 389"/>
                  <a:gd name="T33" fmla="*/ 646 h 646"/>
                  <a:gd name="T34" fmla="*/ 64 w 389"/>
                  <a:gd name="T35" fmla="*/ 643 h 646"/>
                  <a:gd name="T36" fmla="*/ 86 w 389"/>
                  <a:gd name="T37" fmla="*/ 634 h 646"/>
                  <a:gd name="T38" fmla="*/ 108 w 389"/>
                  <a:gd name="T39" fmla="*/ 621 h 646"/>
                  <a:gd name="T40" fmla="*/ 130 w 389"/>
                  <a:gd name="T41" fmla="*/ 601 h 646"/>
                  <a:gd name="T42" fmla="*/ 161 w 389"/>
                  <a:gd name="T43" fmla="*/ 566 h 646"/>
                  <a:gd name="T44" fmla="*/ 178 w 389"/>
                  <a:gd name="T45" fmla="*/ 537 h 646"/>
                  <a:gd name="T46" fmla="*/ 172 w 389"/>
                  <a:gd name="T47" fmla="*/ 543 h 646"/>
                  <a:gd name="T48" fmla="*/ 162 w 389"/>
                  <a:gd name="T49" fmla="*/ 554 h 646"/>
                  <a:gd name="T50" fmla="*/ 148 w 389"/>
                  <a:gd name="T51" fmla="*/ 566 h 646"/>
                  <a:gd name="T52" fmla="*/ 130 w 389"/>
                  <a:gd name="T53" fmla="*/ 578 h 646"/>
                  <a:gd name="T54" fmla="*/ 112 w 389"/>
                  <a:gd name="T55" fmla="*/ 588 h 646"/>
                  <a:gd name="T56" fmla="*/ 94 w 389"/>
                  <a:gd name="T57" fmla="*/ 595 h 646"/>
                  <a:gd name="T58" fmla="*/ 77 w 389"/>
                  <a:gd name="T59" fmla="*/ 595 h 646"/>
                  <a:gd name="T60" fmla="*/ 63 w 389"/>
                  <a:gd name="T61" fmla="*/ 589 h 646"/>
                  <a:gd name="T62" fmla="*/ 55 w 389"/>
                  <a:gd name="T63" fmla="*/ 578 h 646"/>
                  <a:gd name="T64" fmla="*/ 51 w 389"/>
                  <a:gd name="T65" fmla="*/ 560 h 646"/>
                  <a:gd name="T66" fmla="*/ 51 w 389"/>
                  <a:gd name="T67" fmla="*/ 536 h 646"/>
                  <a:gd name="T68" fmla="*/ 57 w 389"/>
                  <a:gd name="T69" fmla="*/ 506 h 646"/>
                  <a:gd name="T70" fmla="*/ 67 w 389"/>
                  <a:gd name="T71" fmla="*/ 473 h 646"/>
                  <a:gd name="T72" fmla="*/ 81 w 389"/>
                  <a:gd name="T73" fmla="*/ 438 h 646"/>
                  <a:gd name="T74" fmla="*/ 99 w 389"/>
                  <a:gd name="T75" fmla="*/ 397 h 646"/>
                  <a:gd name="T76" fmla="*/ 132 w 389"/>
                  <a:gd name="T77" fmla="*/ 332 h 646"/>
                  <a:gd name="T78" fmla="*/ 190 w 389"/>
                  <a:gd name="T79" fmla="*/ 238 h 646"/>
                  <a:gd name="T80" fmla="*/ 261 w 389"/>
                  <a:gd name="T81" fmla="*/ 141 h 646"/>
                  <a:gd name="T82" fmla="*/ 344 w 389"/>
                  <a:gd name="T83" fmla="*/ 46 h 646"/>
                  <a:gd name="T84" fmla="*/ 0 w 389"/>
                  <a:gd name="T85" fmla="*/ 0 h 646"/>
                  <a:gd name="T86" fmla="*/ 389 w 389"/>
                  <a:gd name="T87" fmla="*/ 646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T84" t="T85" r="T86" b="T87"/>
                <a:pathLst>
                  <a:path w="389" h="646">
                    <a:moveTo>
                      <a:pt x="389" y="0"/>
                    </a:moveTo>
                    <a:lnTo>
                      <a:pt x="363" y="18"/>
                    </a:lnTo>
                    <a:lnTo>
                      <a:pt x="338" y="37"/>
                    </a:lnTo>
                    <a:lnTo>
                      <a:pt x="313" y="58"/>
                    </a:lnTo>
                    <a:lnTo>
                      <a:pt x="289" y="79"/>
                    </a:lnTo>
                    <a:lnTo>
                      <a:pt x="244" y="125"/>
                    </a:lnTo>
                    <a:lnTo>
                      <a:pt x="202" y="171"/>
                    </a:lnTo>
                    <a:lnTo>
                      <a:pt x="181" y="195"/>
                    </a:lnTo>
                    <a:lnTo>
                      <a:pt x="162" y="220"/>
                    </a:lnTo>
                    <a:lnTo>
                      <a:pt x="144" y="244"/>
                    </a:lnTo>
                    <a:lnTo>
                      <a:pt x="127" y="269"/>
                    </a:lnTo>
                    <a:lnTo>
                      <a:pt x="110" y="295"/>
                    </a:lnTo>
                    <a:lnTo>
                      <a:pt x="96" y="319"/>
                    </a:lnTo>
                    <a:lnTo>
                      <a:pt x="82" y="342"/>
                    </a:lnTo>
                    <a:lnTo>
                      <a:pt x="68" y="368"/>
                    </a:lnTo>
                    <a:lnTo>
                      <a:pt x="57" y="391"/>
                    </a:lnTo>
                    <a:lnTo>
                      <a:pt x="45" y="414"/>
                    </a:lnTo>
                    <a:lnTo>
                      <a:pt x="36" y="438"/>
                    </a:lnTo>
                    <a:lnTo>
                      <a:pt x="27" y="458"/>
                    </a:lnTo>
                    <a:lnTo>
                      <a:pt x="19" y="481"/>
                    </a:lnTo>
                    <a:lnTo>
                      <a:pt x="13" y="500"/>
                    </a:lnTo>
                    <a:lnTo>
                      <a:pt x="8" y="521"/>
                    </a:lnTo>
                    <a:lnTo>
                      <a:pt x="4" y="539"/>
                    </a:lnTo>
                    <a:lnTo>
                      <a:pt x="1" y="557"/>
                    </a:lnTo>
                    <a:lnTo>
                      <a:pt x="0" y="573"/>
                    </a:lnTo>
                    <a:lnTo>
                      <a:pt x="0" y="588"/>
                    </a:lnTo>
                    <a:lnTo>
                      <a:pt x="3" y="601"/>
                    </a:lnTo>
                    <a:lnTo>
                      <a:pt x="5" y="613"/>
                    </a:lnTo>
                    <a:lnTo>
                      <a:pt x="9" y="624"/>
                    </a:lnTo>
                    <a:lnTo>
                      <a:pt x="14" y="633"/>
                    </a:lnTo>
                    <a:lnTo>
                      <a:pt x="22" y="639"/>
                    </a:lnTo>
                    <a:lnTo>
                      <a:pt x="28" y="643"/>
                    </a:lnTo>
                    <a:lnTo>
                      <a:pt x="37" y="646"/>
                    </a:lnTo>
                    <a:lnTo>
                      <a:pt x="45" y="646"/>
                    </a:lnTo>
                    <a:lnTo>
                      <a:pt x="55" y="646"/>
                    </a:lnTo>
                    <a:lnTo>
                      <a:pt x="64" y="643"/>
                    </a:lnTo>
                    <a:lnTo>
                      <a:pt x="75" y="640"/>
                    </a:lnTo>
                    <a:lnTo>
                      <a:pt x="86" y="634"/>
                    </a:lnTo>
                    <a:lnTo>
                      <a:pt x="96" y="628"/>
                    </a:lnTo>
                    <a:lnTo>
                      <a:pt x="108" y="621"/>
                    </a:lnTo>
                    <a:lnTo>
                      <a:pt x="118" y="612"/>
                    </a:lnTo>
                    <a:lnTo>
                      <a:pt x="130" y="601"/>
                    </a:lnTo>
                    <a:lnTo>
                      <a:pt x="140" y="589"/>
                    </a:lnTo>
                    <a:lnTo>
                      <a:pt x="161" y="566"/>
                    </a:lnTo>
                    <a:lnTo>
                      <a:pt x="180" y="536"/>
                    </a:lnTo>
                    <a:lnTo>
                      <a:pt x="178" y="537"/>
                    </a:lnTo>
                    <a:lnTo>
                      <a:pt x="176" y="539"/>
                    </a:lnTo>
                    <a:lnTo>
                      <a:pt x="172" y="543"/>
                    </a:lnTo>
                    <a:lnTo>
                      <a:pt x="168" y="548"/>
                    </a:lnTo>
                    <a:lnTo>
                      <a:pt x="162" y="554"/>
                    </a:lnTo>
                    <a:lnTo>
                      <a:pt x="155" y="560"/>
                    </a:lnTo>
                    <a:lnTo>
                      <a:pt x="148" y="566"/>
                    </a:lnTo>
                    <a:lnTo>
                      <a:pt x="139" y="572"/>
                    </a:lnTo>
                    <a:lnTo>
                      <a:pt x="130" y="578"/>
                    </a:lnTo>
                    <a:lnTo>
                      <a:pt x="121" y="583"/>
                    </a:lnTo>
                    <a:lnTo>
                      <a:pt x="112" y="588"/>
                    </a:lnTo>
                    <a:lnTo>
                      <a:pt x="103" y="592"/>
                    </a:lnTo>
                    <a:lnTo>
                      <a:pt x="94" y="595"/>
                    </a:lnTo>
                    <a:lnTo>
                      <a:pt x="85" y="595"/>
                    </a:lnTo>
                    <a:lnTo>
                      <a:pt x="77" y="595"/>
                    </a:lnTo>
                    <a:lnTo>
                      <a:pt x="69" y="594"/>
                    </a:lnTo>
                    <a:lnTo>
                      <a:pt x="63" y="589"/>
                    </a:lnTo>
                    <a:lnTo>
                      <a:pt x="58" y="585"/>
                    </a:lnTo>
                    <a:lnTo>
                      <a:pt x="55" y="578"/>
                    </a:lnTo>
                    <a:lnTo>
                      <a:pt x="53" y="569"/>
                    </a:lnTo>
                    <a:lnTo>
                      <a:pt x="51" y="560"/>
                    </a:lnTo>
                    <a:lnTo>
                      <a:pt x="50" y="548"/>
                    </a:lnTo>
                    <a:lnTo>
                      <a:pt x="51" y="536"/>
                    </a:lnTo>
                    <a:lnTo>
                      <a:pt x="54" y="521"/>
                    </a:lnTo>
                    <a:lnTo>
                      <a:pt x="57" y="506"/>
                    </a:lnTo>
                    <a:lnTo>
                      <a:pt x="62" y="491"/>
                    </a:lnTo>
                    <a:lnTo>
                      <a:pt x="67" y="473"/>
                    </a:lnTo>
                    <a:lnTo>
                      <a:pt x="73" y="455"/>
                    </a:lnTo>
                    <a:lnTo>
                      <a:pt x="81" y="438"/>
                    </a:lnTo>
                    <a:lnTo>
                      <a:pt x="89" y="417"/>
                    </a:lnTo>
                    <a:lnTo>
                      <a:pt x="99" y="397"/>
                    </a:lnTo>
                    <a:lnTo>
                      <a:pt x="109" y="377"/>
                    </a:lnTo>
                    <a:lnTo>
                      <a:pt x="132" y="332"/>
                    </a:lnTo>
                    <a:lnTo>
                      <a:pt x="159" y="286"/>
                    </a:lnTo>
                    <a:lnTo>
                      <a:pt x="190" y="238"/>
                    </a:lnTo>
                    <a:lnTo>
                      <a:pt x="225" y="191"/>
                    </a:lnTo>
                    <a:lnTo>
                      <a:pt x="261" y="141"/>
                    </a:lnTo>
                    <a:lnTo>
                      <a:pt x="300" y="94"/>
                    </a:lnTo>
                    <a:lnTo>
                      <a:pt x="344" y="46"/>
                    </a:lnTo>
                    <a:lnTo>
                      <a:pt x="389" y="0"/>
                    </a:lnTo>
                    <a:close/>
                  </a:path>
                </a:pathLst>
              </a:custGeom>
              <a:solidFill>
                <a:srgbClr val="878787"/>
              </a:solidFill>
              <a:ln w="9525">
                <a:noFill/>
                <a:round/>
                <a:headEnd/>
                <a:tailEnd/>
              </a:ln>
              <a:effectLst/>
            </p:spPr>
            <p:txBody>
              <a:bodyPr wrap="none" anchor="ctr"/>
              <a:lstStyle/>
              <a:p>
                <a:endParaRPr lang="en-US" dirty="0"/>
              </a:p>
            </p:txBody>
          </p:sp>
          <p:sp>
            <p:nvSpPr>
              <p:cNvPr id="1047" name="AutoShape 23"/>
              <p:cNvSpPr>
                <a:spLocks noChangeArrowheads="1"/>
              </p:cNvSpPr>
              <p:nvPr/>
            </p:nvSpPr>
            <p:spPr bwMode="auto">
              <a:xfrm>
                <a:off x="5156" y="564"/>
                <a:ext cx="105" cy="33"/>
              </a:xfrm>
              <a:custGeom>
                <a:avLst/>
                <a:gdLst>
                  <a:gd name="T0" fmla="*/ 69 w 408"/>
                  <a:gd name="T1" fmla="*/ 153 h 153"/>
                  <a:gd name="T2" fmla="*/ 78 w 408"/>
                  <a:gd name="T3" fmla="*/ 152 h 153"/>
                  <a:gd name="T4" fmla="*/ 87 w 408"/>
                  <a:gd name="T5" fmla="*/ 152 h 153"/>
                  <a:gd name="T6" fmla="*/ 98 w 408"/>
                  <a:gd name="T7" fmla="*/ 150 h 153"/>
                  <a:gd name="T8" fmla="*/ 109 w 408"/>
                  <a:gd name="T9" fmla="*/ 150 h 153"/>
                  <a:gd name="T10" fmla="*/ 132 w 408"/>
                  <a:gd name="T11" fmla="*/ 149 h 153"/>
                  <a:gd name="T12" fmla="*/ 159 w 408"/>
                  <a:gd name="T13" fmla="*/ 147 h 153"/>
                  <a:gd name="T14" fmla="*/ 186 w 408"/>
                  <a:gd name="T15" fmla="*/ 146 h 153"/>
                  <a:gd name="T16" fmla="*/ 214 w 408"/>
                  <a:gd name="T17" fmla="*/ 144 h 153"/>
                  <a:gd name="T18" fmla="*/ 243 w 408"/>
                  <a:gd name="T19" fmla="*/ 143 h 153"/>
                  <a:gd name="T20" fmla="*/ 271 w 408"/>
                  <a:gd name="T21" fmla="*/ 141 h 153"/>
                  <a:gd name="T22" fmla="*/ 298 w 408"/>
                  <a:gd name="T23" fmla="*/ 141 h 153"/>
                  <a:gd name="T24" fmla="*/ 324 w 408"/>
                  <a:gd name="T25" fmla="*/ 140 h 153"/>
                  <a:gd name="T26" fmla="*/ 347 w 408"/>
                  <a:gd name="T27" fmla="*/ 140 h 153"/>
                  <a:gd name="T28" fmla="*/ 367 w 408"/>
                  <a:gd name="T29" fmla="*/ 138 h 153"/>
                  <a:gd name="T30" fmla="*/ 376 w 408"/>
                  <a:gd name="T31" fmla="*/ 138 h 153"/>
                  <a:gd name="T32" fmla="*/ 385 w 408"/>
                  <a:gd name="T33" fmla="*/ 138 h 153"/>
                  <a:gd name="T34" fmla="*/ 392 w 408"/>
                  <a:gd name="T35" fmla="*/ 138 h 153"/>
                  <a:gd name="T36" fmla="*/ 398 w 408"/>
                  <a:gd name="T37" fmla="*/ 137 h 153"/>
                  <a:gd name="T38" fmla="*/ 402 w 408"/>
                  <a:gd name="T39" fmla="*/ 137 h 153"/>
                  <a:gd name="T40" fmla="*/ 406 w 408"/>
                  <a:gd name="T41" fmla="*/ 137 h 153"/>
                  <a:gd name="T42" fmla="*/ 408 w 408"/>
                  <a:gd name="T43" fmla="*/ 137 h 153"/>
                  <a:gd name="T44" fmla="*/ 408 w 408"/>
                  <a:gd name="T45" fmla="*/ 135 h 153"/>
                  <a:gd name="T46" fmla="*/ 406 w 408"/>
                  <a:gd name="T47" fmla="*/ 134 h 153"/>
                  <a:gd name="T48" fmla="*/ 402 w 408"/>
                  <a:gd name="T49" fmla="*/ 132 h 153"/>
                  <a:gd name="T50" fmla="*/ 397 w 408"/>
                  <a:gd name="T51" fmla="*/ 132 h 153"/>
                  <a:gd name="T52" fmla="*/ 390 w 408"/>
                  <a:gd name="T53" fmla="*/ 131 h 153"/>
                  <a:gd name="T54" fmla="*/ 383 w 408"/>
                  <a:gd name="T55" fmla="*/ 131 h 153"/>
                  <a:gd name="T56" fmla="*/ 374 w 408"/>
                  <a:gd name="T57" fmla="*/ 130 h 153"/>
                  <a:gd name="T58" fmla="*/ 363 w 408"/>
                  <a:gd name="T59" fmla="*/ 128 h 153"/>
                  <a:gd name="T60" fmla="*/ 353 w 408"/>
                  <a:gd name="T61" fmla="*/ 128 h 153"/>
                  <a:gd name="T62" fmla="*/ 342 w 408"/>
                  <a:gd name="T63" fmla="*/ 127 h 153"/>
                  <a:gd name="T64" fmla="*/ 329 w 408"/>
                  <a:gd name="T65" fmla="*/ 125 h 153"/>
                  <a:gd name="T66" fmla="*/ 315 w 408"/>
                  <a:gd name="T67" fmla="*/ 124 h 153"/>
                  <a:gd name="T68" fmla="*/ 286 w 408"/>
                  <a:gd name="T69" fmla="*/ 121 h 153"/>
                  <a:gd name="T70" fmla="*/ 256 w 408"/>
                  <a:gd name="T71" fmla="*/ 116 h 153"/>
                  <a:gd name="T72" fmla="*/ 222 w 408"/>
                  <a:gd name="T73" fmla="*/ 110 h 153"/>
                  <a:gd name="T74" fmla="*/ 189 w 408"/>
                  <a:gd name="T75" fmla="*/ 103 h 153"/>
                  <a:gd name="T76" fmla="*/ 154 w 408"/>
                  <a:gd name="T77" fmla="*/ 92 h 153"/>
                  <a:gd name="T78" fmla="*/ 121 w 408"/>
                  <a:gd name="T79" fmla="*/ 80 h 153"/>
                  <a:gd name="T80" fmla="*/ 87 w 408"/>
                  <a:gd name="T81" fmla="*/ 66 h 153"/>
                  <a:gd name="T82" fmla="*/ 57 w 408"/>
                  <a:gd name="T83" fmla="*/ 48 h 153"/>
                  <a:gd name="T84" fmla="*/ 27 w 408"/>
                  <a:gd name="T85" fmla="*/ 25 h 153"/>
                  <a:gd name="T86" fmla="*/ 0 w 408"/>
                  <a:gd name="T87" fmla="*/ 0 h 153"/>
                  <a:gd name="T88" fmla="*/ 69 w 408"/>
                  <a:gd name="T89" fmla="*/ 153 h 153"/>
                  <a:gd name="T90" fmla="*/ 0 w 408"/>
                  <a:gd name="T91" fmla="*/ 0 h 153"/>
                  <a:gd name="T92" fmla="*/ 408 w 408"/>
                  <a:gd name="T93" fmla="*/ 15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T90" t="T91" r="T92" b="T93"/>
                <a:pathLst>
                  <a:path w="408" h="153">
                    <a:moveTo>
                      <a:pt x="69" y="153"/>
                    </a:moveTo>
                    <a:lnTo>
                      <a:pt x="78" y="152"/>
                    </a:lnTo>
                    <a:lnTo>
                      <a:pt x="87" y="152"/>
                    </a:lnTo>
                    <a:lnTo>
                      <a:pt x="98" y="150"/>
                    </a:lnTo>
                    <a:lnTo>
                      <a:pt x="109" y="150"/>
                    </a:lnTo>
                    <a:lnTo>
                      <a:pt x="132" y="149"/>
                    </a:lnTo>
                    <a:lnTo>
                      <a:pt x="159" y="147"/>
                    </a:lnTo>
                    <a:lnTo>
                      <a:pt x="186" y="146"/>
                    </a:lnTo>
                    <a:lnTo>
                      <a:pt x="214" y="144"/>
                    </a:lnTo>
                    <a:lnTo>
                      <a:pt x="243" y="143"/>
                    </a:lnTo>
                    <a:lnTo>
                      <a:pt x="271" y="141"/>
                    </a:lnTo>
                    <a:lnTo>
                      <a:pt x="298" y="141"/>
                    </a:lnTo>
                    <a:lnTo>
                      <a:pt x="324" y="140"/>
                    </a:lnTo>
                    <a:lnTo>
                      <a:pt x="347" y="140"/>
                    </a:lnTo>
                    <a:lnTo>
                      <a:pt x="367" y="138"/>
                    </a:lnTo>
                    <a:lnTo>
                      <a:pt x="376" y="138"/>
                    </a:lnTo>
                    <a:lnTo>
                      <a:pt x="385" y="138"/>
                    </a:lnTo>
                    <a:lnTo>
                      <a:pt x="392" y="138"/>
                    </a:lnTo>
                    <a:lnTo>
                      <a:pt x="398" y="137"/>
                    </a:lnTo>
                    <a:lnTo>
                      <a:pt x="402" y="137"/>
                    </a:lnTo>
                    <a:lnTo>
                      <a:pt x="406" y="137"/>
                    </a:lnTo>
                    <a:lnTo>
                      <a:pt x="408" y="137"/>
                    </a:lnTo>
                    <a:lnTo>
                      <a:pt x="408" y="135"/>
                    </a:lnTo>
                    <a:lnTo>
                      <a:pt x="406" y="134"/>
                    </a:lnTo>
                    <a:lnTo>
                      <a:pt x="402" y="132"/>
                    </a:lnTo>
                    <a:lnTo>
                      <a:pt x="397" y="132"/>
                    </a:lnTo>
                    <a:lnTo>
                      <a:pt x="390" y="131"/>
                    </a:lnTo>
                    <a:lnTo>
                      <a:pt x="383" y="131"/>
                    </a:lnTo>
                    <a:lnTo>
                      <a:pt x="374" y="130"/>
                    </a:lnTo>
                    <a:lnTo>
                      <a:pt x="363" y="128"/>
                    </a:lnTo>
                    <a:lnTo>
                      <a:pt x="353" y="128"/>
                    </a:lnTo>
                    <a:lnTo>
                      <a:pt x="342" y="127"/>
                    </a:lnTo>
                    <a:lnTo>
                      <a:pt x="329" y="125"/>
                    </a:lnTo>
                    <a:lnTo>
                      <a:pt x="315" y="124"/>
                    </a:lnTo>
                    <a:lnTo>
                      <a:pt x="286" y="121"/>
                    </a:lnTo>
                    <a:lnTo>
                      <a:pt x="256" y="116"/>
                    </a:lnTo>
                    <a:lnTo>
                      <a:pt x="222" y="110"/>
                    </a:lnTo>
                    <a:lnTo>
                      <a:pt x="189" y="103"/>
                    </a:lnTo>
                    <a:lnTo>
                      <a:pt x="154" y="92"/>
                    </a:lnTo>
                    <a:lnTo>
                      <a:pt x="121" y="80"/>
                    </a:lnTo>
                    <a:lnTo>
                      <a:pt x="87" y="66"/>
                    </a:lnTo>
                    <a:lnTo>
                      <a:pt x="57" y="48"/>
                    </a:lnTo>
                    <a:lnTo>
                      <a:pt x="27" y="25"/>
                    </a:lnTo>
                    <a:lnTo>
                      <a:pt x="0" y="0"/>
                    </a:lnTo>
                    <a:lnTo>
                      <a:pt x="69" y="153"/>
                    </a:lnTo>
                    <a:close/>
                  </a:path>
                </a:pathLst>
              </a:custGeom>
              <a:solidFill>
                <a:srgbClr val="878787"/>
              </a:solidFill>
              <a:ln w="9525">
                <a:noFill/>
                <a:round/>
                <a:headEnd/>
                <a:tailEnd/>
              </a:ln>
              <a:effectLst/>
            </p:spPr>
            <p:txBody>
              <a:bodyPr wrap="none" anchor="ctr"/>
              <a:lstStyle/>
              <a:p>
                <a:endParaRPr lang="en-US" dirty="0"/>
              </a:p>
            </p:txBody>
          </p:sp>
        </p:grpSp>
        <p:grpSp>
          <p:nvGrpSpPr>
            <p:cNvPr id="1048" name="Group 24"/>
            <p:cNvGrpSpPr>
              <a:grpSpLocks/>
            </p:cNvGrpSpPr>
            <p:nvPr/>
          </p:nvGrpSpPr>
          <p:grpSpPr bwMode="auto">
            <a:xfrm>
              <a:off x="5235" y="526"/>
              <a:ext cx="103" cy="49"/>
              <a:chOff x="5235" y="526"/>
              <a:chExt cx="103" cy="49"/>
            </a:xfrm>
          </p:grpSpPr>
          <p:sp>
            <p:nvSpPr>
              <p:cNvPr id="1049" name="AutoShape 25"/>
              <p:cNvSpPr>
                <a:spLocks noChangeArrowheads="1"/>
              </p:cNvSpPr>
              <p:nvPr/>
            </p:nvSpPr>
            <p:spPr bwMode="auto">
              <a:xfrm>
                <a:off x="5235" y="526"/>
                <a:ext cx="68" cy="50"/>
              </a:xfrm>
              <a:custGeom>
                <a:avLst/>
                <a:gdLst>
                  <a:gd name="T0" fmla="*/ 0 w 262"/>
                  <a:gd name="T1" fmla="*/ 234 h 234"/>
                  <a:gd name="T2" fmla="*/ 151 w 262"/>
                  <a:gd name="T3" fmla="*/ 0 h 234"/>
                  <a:gd name="T4" fmla="*/ 262 w 262"/>
                  <a:gd name="T5" fmla="*/ 0 h 234"/>
                  <a:gd name="T6" fmla="*/ 110 w 262"/>
                  <a:gd name="T7" fmla="*/ 234 h 234"/>
                  <a:gd name="T8" fmla="*/ 0 w 262"/>
                  <a:gd name="T9" fmla="*/ 234 h 234"/>
                  <a:gd name="T10" fmla="*/ 0 w 262"/>
                  <a:gd name="T11" fmla="*/ 0 h 234"/>
                  <a:gd name="T12" fmla="*/ 262 w 262"/>
                  <a:gd name="T13" fmla="*/ 234 h 234"/>
                </a:gdLst>
                <a:ahLst/>
                <a:cxnLst>
                  <a:cxn ang="0">
                    <a:pos x="T0" y="T1"/>
                  </a:cxn>
                  <a:cxn ang="0">
                    <a:pos x="T2" y="T3"/>
                  </a:cxn>
                  <a:cxn ang="0">
                    <a:pos x="T4" y="T5"/>
                  </a:cxn>
                  <a:cxn ang="0">
                    <a:pos x="T6" y="T7"/>
                  </a:cxn>
                  <a:cxn ang="0">
                    <a:pos x="T8" y="T9"/>
                  </a:cxn>
                </a:cxnLst>
                <a:rect l="T10" t="T11" r="T12" b="T13"/>
                <a:pathLst>
                  <a:path w="262" h="234">
                    <a:moveTo>
                      <a:pt x="0" y="234"/>
                    </a:moveTo>
                    <a:lnTo>
                      <a:pt x="151" y="0"/>
                    </a:lnTo>
                    <a:lnTo>
                      <a:pt x="262" y="0"/>
                    </a:lnTo>
                    <a:lnTo>
                      <a:pt x="110" y="234"/>
                    </a:lnTo>
                    <a:lnTo>
                      <a:pt x="0" y="234"/>
                    </a:lnTo>
                    <a:close/>
                  </a:path>
                </a:pathLst>
              </a:custGeom>
              <a:solidFill>
                <a:srgbClr val="0400BA"/>
              </a:solidFill>
              <a:ln w="9525">
                <a:noFill/>
                <a:round/>
                <a:headEnd/>
                <a:tailEnd/>
              </a:ln>
              <a:effectLst/>
            </p:spPr>
            <p:txBody>
              <a:bodyPr wrap="none" anchor="ctr"/>
              <a:lstStyle/>
              <a:p>
                <a:endParaRPr lang="en-US" dirty="0"/>
              </a:p>
            </p:txBody>
          </p:sp>
          <p:sp>
            <p:nvSpPr>
              <p:cNvPr id="1050" name="AutoShape 26"/>
              <p:cNvSpPr>
                <a:spLocks noChangeArrowheads="1"/>
              </p:cNvSpPr>
              <p:nvPr/>
            </p:nvSpPr>
            <p:spPr bwMode="auto">
              <a:xfrm>
                <a:off x="5247" y="526"/>
                <a:ext cx="91" cy="50"/>
              </a:xfrm>
              <a:custGeom>
                <a:avLst/>
                <a:gdLst>
                  <a:gd name="T0" fmla="*/ 0 w 352"/>
                  <a:gd name="T1" fmla="*/ 234 h 234"/>
                  <a:gd name="T2" fmla="*/ 181 w 352"/>
                  <a:gd name="T3" fmla="*/ 234 h 234"/>
                  <a:gd name="T4" fmla="*/ 192 w 352"/>
                  <a:gd name="T5" fmla="*/ 232 h 234"/>
                  <a:gd name="T6" fmla="*/ 203 w 352"/>
                  <a:gd name="T7" fmla="*/ 231 h 234"/>
                  <a:gd name="T8" fmla="*/ 213 w 352"/>
                  <a:gd name="T9" fmla="*/ 226 h 234"/>
                  <a:gd name="T10" fmla="*/ 223 w 352"/>
                  <a:gd name="T11" fmla="*/ 222 h 234"/>
                  <a:gd name="T12" fmla="*/ 232 w 352"/>
                  <a:gd name="T13" fmla="*/ 216 h 234"/>
                  <a:gd name="T14" fmla="*/ 240 w 352"/>
                  <a:gd name="T15" fmla="*/ 208 h 234"/>
                  <a:gd name="T16" fmla="*/ 248 w 352"/>
                  <a:gd name="T17" fmla="*/ 199 h 234"/>
                  <a:gd name="T18" fmla="*/ 255 w 352"/>
                  <a:gd name="T19" fmla="*/ 190 h 234"/>
                  <a:gd name="T20" fmla="*/ 276 w 352"/>
                  <a:gd name="T21" fmla="*/ 158 h 234"/>
                  <a:gd name="T22" fmla="*/ 280 w 352"/>
                  <a:gd name="T23" fmla="*/ 150 h 234"/>
                  <a:gd name="T24" fmla="*/ 281 w 352"/>
                  <a:gd name="T25" fmla="*/ 143 h 234"/>
                  <a:gd name="T26" fmla="*/ 280 w 352"/>
                  <a:gd name="T27" fmla="*/ 137 h 234"/>
                  <a:gd name="T28" fmla="*/ 278 w 352"/>
                  <a:gd name="T29" fmla="*/ 131 h 234"/>
                  <a:gd name="T30" fmla="*/ 276 w 352"/>
                  <a:gd name="T31" fmla="*/ 126 h 234"/>
                  <a:gd name="T32" fmla="*/ 272 w 352"/>
                  <a:gd name="T33" fmla="*/ 122 h 234"/>
                  <a:gd name="T34" fmla="*/ 287 w 352"/>
                  <a:gd name="T35" fmla="*/ 116 h 234"/>
                  <a:gd name="T36" fmla="*/ 301 w 352"/>
                  <a:gd name="T37" fmla="*/ 107 h 234"/>
                  <a:gd name="T38" fmla="*/ 314 w 352"/>
                  <a:gd name="T39" fmla="*/ 97 h 234"/>
                  <a:gd name="T40" fmla="*/ 326 w 352"/>
                  <a:gd name="T41" fmla="*/ 82 h 234"/>
                  <a:gd name="T42" fmla="*/ 346 w 352"/>
                  <a:gd name="T43" fmla="*/ 51 h 234"/>
                  <a:gd name="T44" fmla="*/ 350 w 352"/>
                  <a:gd name="T45" fmla="*/ 42 h 234"/>
                  <a:gd name="T46" fmla="*/ 352 w 352"/>
                  <a:gd name="T47" fmla="*/ 31 h 234"/>
                  <a:gd name="T48" fmla="*/ 352 w 352"/>
                  <a:gd name="T49" fmla="*/ 25 h 234"/>
                  <a:gd name="T50" fmla="*/ 350 w 352"/>
                  <a:gd name="T51" fmla="*/ 19 h 234"/>
                  <a:gd name="T52" fmla="*/ 348 w 352"/>
                  <a:gd name="T53" fmla="*/ 13 h 234"/>
                  <a:gd name="T54" fmla="*/ 344 w 352"/>
                  <a:gd name="T55" fmla="*/ 9 h 234"/>
                  <a:gd name="T56" fmla="*/ 340 w 352"/>
                  <a:gd name="T57" fmla="*/ 6 h 234"/>
                  <a:gd name="T58" fmla="*/ 335 w 352"/>
                  <a:gd name="T59" fmla="*/ 3 h 234"/>
                  <a:gd name="T60" fmla="*/ 330 w 352"/>
                  <a:gd name="T61" fmla="*/ 0 h 234"/>
                  <a:gd name="T62" fmla="*/ 325 w 352"/>
                  <a:gd name="T63" fmla="*/ 0 h 234"/>
                  <a:gd name="T64" fmla="*/ 151 w 352"/>
                  <a:gd name="T65" fmla="*/ 0 h 234"/>
                  <a:gd name="T66" fmla="*/ 121 w 352"/>
                  <a:gd name="T67" fmla="*/ 49 h 234"/>
                  <a:gd name="T68" fmla="*/ 223 w 352"/>
                  <a:gd name="T69" fmla="*/ 49 h 234"/>
                  <a:gd name="T70" fmla="*/ 226 w 352"/>
                  <a:gd name="T71" fmla="*/ 49 h 234"/>
                  <a:gd name="T72" fmla="*/ 228 w 352"/>
                  <a:gd name="T73" fmla="*/ 51 h 234"/>
                  <a:gd name="T74" fmla="*/ 230 w 352"/>
                  <a:gd name="T75" fmla="*/ 54 h 234"/>
                  <a:gd name="T76" fmla="*/ 230 w 352"/>
                  <a:gd name="T77" fmla="*/ 57 h 234"/>
                  <a:gd name="T78" fmla="*/ 230 w 352"/>
                  <a:gd name="T79" fmla="*/ 59 h 234"/>
                  <a:gd name="T80" fmla="*/ 228 w 352"/>
                  <a:gd name="T81" fmla="*/ 62 h 234"/>
                  <a:gd name="T82" fmla="*/ 217 w 352"/>
                  <a:gd name="T83" fmla="*/ 79 h 234"/>
                  <a:gd name="T84" fmla="*/ 213 w 352"/>
                  <a:gd name="T85" fmla="*/ 85 h 234"/>
                  <a:gd name="T86" fmla="*/ 209 w 352"/>
                  <a:gd name="T87" fmla="*/ 88 h 234"/>
                  <a:gd name="T88" fmla="*/ 204 w 352"/>
                  <a:gd name="T89" fmla="*/ 89 h 234"/>
                  <a:gd name="T90" fmla="*/ 198 w 352"/>
                  <a:gd name="T91" fmla="*/ 91 h 234"/>
                  <a:gd name="T92" fmla="*/ 92 w 352"/>
                  <a:gd name="T93" fmla="*/ 91 h 234"/>
                  <a:gd name="T94" fmla="*/ 62 w 352"/>
                  <a:gd name="T95" fmla="*/ 140 h 234"/>
                  <a:gd name="T96" fmla="*/ 164 w 352"/>
                  <a:gd name="T97" fmla="*/ 140 h 234"/>
                  <a:gd name="T98" fmla="*/ 167 w 352"/>
                  <a:gd name="T99" fmla="*/ 140 h 234"/>
                  <a:gd name="T100" fmla="*/ 169 w 352"/>
                  <a:gd name="T101" fmla="*/ 141 h 234"/>
                  <a:gd name="T102" fmla="*/ 171 w 352"/>
                  <a:gd name="T103" fmla="*/ 144 h 234"/>
                  <a:gd name="T104" fmla="*/ 171 w 352"/>
                  <a:gd name="T105" fmla="*/ 147 h 234"/>
                  <a:gd name="T106" fmla="*/ 171 w 352"/>
                  <a:gd name="T107" fmla="*/ 150 h 234"/>
                  <a:gd name="T108" fmla="*/ 169 w 352"/>
                  <a:gd name="T109" fmla="*/ 153 h 234"/>
                  <a:gd name="T110" fmla="*/ 156 w 352"/>
                  <a:gd name="T111" fmla="*/ 174 h 234"/>
                  <a:gd name="T112" fmla="*/ 153 w 352"/>
                  <a:gd name="T113" fmla="*/ 179 h 234"/>
                  <a:gd name="T114" fmla="*/ 148 w 352"/>
                  <a:gd name="T115" fmla="*/ 182 h 234"/>
                  <a:gd name="T116" fmla="*/ 142 w 352"/>
                  <a:gd name="T117" fmla="*/ 185 h 234"/>
                  <a:gd name="T118" fmla="*/ 137 w 352"/>
                  <a:gd name="T119" fmla="*/ 185 h 234"/>
                  <a:gd name="T120" fmla="*/ 32 w 352"/>
                  <a:gd name="T121" fmla="*/ 185 h 234"/>
                  <a:gd name="T122" fmla="*/ 0 w 352"/>
                  <a:gd name="T123" fmla="*/ 234 h 234"/>
                  <a:gd name="T124" fmla="*/ 0 w 352"/>
                  <a:gd name="T125" fmla="*/ 0 h 234"/>
                  <a:gd name="T126" fmla="*/ 352 w 352"/>
                  <a:gd name="T127"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T124" t="T125" r="T126" b="T127"/>
                <a:pathLst>
                  <a:path w="352" h="234">
                    <a:moveTo>
                      <a:pt x="0" y="234"/>
                    </a:moveTo>
                    <a:lnTo>
                      <a:pt x="181" y="234"/>
                    </a:lnTo>
                    <a:lnTo>
                      <a:pt x="192" y="232"/>
                    </a:lnTo>
                    <a:lnTo>
                      <a:pt x="203" y="231"/>
                    </a:lnTo>
                    <a:lnTo>
                      <a:pt x="213" y="226"/>
                    </a:lnTo>
                    <a:lnTo>
                      <a:pt x="223" y="222"/>
                    </a:lnTo>
                    <a:lnTo>
                      <a:pt x="232" y="216"/>
                    </a:lnTo>
                    <a:lnTo>
                      <a:pt x="240" y="208"/>
                    </a:lnTo>
                    <a:lnTo>
                      <a:pt x="248" y="199"/>
                    </a:lnTo>
                    <a:lnTo>
                      <a:pt x="255" y="190"/>
                    </a:lnTo>
                    <a:lnTo>
                      <a:pt x="276" y="158"/>
                    </a:lnTo>
                    <a:lnTo>
                      <a:pt x="280" y="150"/>
                    </a:lnTo>
                    <a:lnTo>
                      <a:pt x="281" y="143"/>
                    </a:lnTo>
                    <a:lnTo>
                      <a:pt x="280" y="137"/>
                    </a:lnTo>
                    <a:lnTo>
                      <a:pt x="278" y="131"/>
                    </a:lnTo>
                    <a:lnTo>
                      <a:pt x="276" y="126"/>
                    </a:lnTo>
                    <a:lnTo>
                      <a:pt x="272" y="122"/>
                    </a:lnTo>
                    <a:lnTo>
                      <a:pt x="287" y="116"/>
                    </a:lnTo>
                    <a:lnTo>
                      <a:pt x="301" y="107"/>
                    </a:lnTo>
                    <a:lnTo>
                      <a:pt x="314" y="97"/>
                    </a:lnTo>
                    <a:lnTo>
                      <a:pt x="326" y="82"/>
                    </a:lnTo>
                    <a:lnTo>
                      <a:pt x="346" y="51"/>
                    </a:lnTo>
                    <a:lnTo>
                      <a:pt x="350" y="42"/>
                    </a:lnTo>
                    <a:lnTo>
                      <a:pt x="352" y="31"/>
                    </a:lnTo>
                    <a:lnTo>
                      <a:pt x="352" y="25"/>
                    </a:lnTo>
                    <a:lnTo>
                      <a:pt x="350" y="19"/>
                    </a:lnTo>
                    <a:lnTo>
                      <a:pt x="348" y="13"/>
                    </a:lnTo>
                    <a:lnTo>
                      <a:pt x="344" y="9"/>
                    </a:lnTo>
                    <a:lnTo>
                      <a:pt x="340" y="6"/>
                    </a:lnTo>
                    <a:lnTo>
                      <a:pt x="335" y="3"/>
                    </a:lnTo>
                    <a:lnTo>
                      <a:pt x="330" y="0"/>
                    </a:lnTo>
                    <a:lnTo>
                      <a:pt x="325" y="0"/>
                    </a:lnTo>
                    <a:lnTo>
                      <a:pt x="151" y="0"/>
                    </a:lnTo>
                    <a:lnTo>
                      <a:pt x="121" y="49"/>
                    </a:lnTo>
                    <a:lnTo>
                      <a:pt x="223" y="49"/>
                    </a:lnTo>
                    <a:lnTo>
                      <a:pt x="226" y="49"/>
                    </a:lnTo>
                    <a:lnTo>
                      <a:pt x="228" y="51"/>
                    </a:lnTo>
                    <a:lnTo>
                      <a:pt x="230" y="54"/>
                    </a:lnTo>
                    <a:lnTo>
                      <a:pt x="230" y="57"/>
                    </a:lnTo>
                    <a:lnTo>
                      <a:pt x="230" y="59"/>
                    </a:lnTo>
                    <a:lnTo>
                      <a:pt x="228" y="62"/>
                    </a:lnTo>
                    <a:lnTo>
                      <a:pt x="217" y="79"/>
                    </a:lnTo>
                    <a:lnTo>
                      <a:pt x="213" y="85"/>
                    </a:lnTo>
                    <a:lnTo>
                      <a:pt x="209" y="88"/>
                    </a:lnTo>
                    <a:lnTo>
                      <a:pt x="204" y="89"/>
                    </a:lnTo>
                    <a:lnTo>
                      <a:pt x="198" y="91"/>
                    </a:lnTo>
                    <a:lnTo>
                      <a:pt x="92" y="91"/>
                    </a:lnTo>
                    <a:lnTo>
                      <a:pt x="62" y="140"/>
                    </a:lnTo>
                    <a:lnTo>
                      <a:pt x="164" y="140"/>
                    </a:lnTo>
                    <a:lnTo>
                      <a:pt x="167" y="140"/>
                    </a:lnTo>
                    <a:lnTo>
                      <a:pt x="169" y="141"/>
                    </a:lnTo>
                    <a:lnTo>
                      <a:pt x="171" y="144"/>
                    </a:lnTo>
                    <a:lnTo>
                      <a:pt x="171" y="147"/>
                    </a:lnTo>
                    <a:lnTo>
                      <a:pt x="171" y="150"/>
                    </a:lnTo>
                    <a:lnTo>
                      <a:pt x="169" y="153"/>
                    </a:lnTo>
                    <a:lnTo>
                      <a:pt x="156" y="174"/>
                    </a:lnTo>
                    <a:lnTo>
                      <a:pt x="153" y="179"/>
                    </a:lnTo>
                    <a:lnTo>
                      <a:pt x="148" y="182"/>
                    </a:lnTo>
                    <a:lnTo>
                      <a:pt x="142" y="185"/>
                    </a:lnTo>
                    <a:lnTo>
                      <a:pt x="137" y="185"/>
                    </a:lnTo>
                    <a:lnTo>
                      <a:pt x="32" y="185"/>
                    </a:lnTo>
                    <a:lnTo>
                      <a:pt x="0" y="234"/>
                    </a:lnTo>
                    <a:close/>
                  </a:path>
                </a:pathLst>
              </a:custGeom>
              <a:solidFill>
                <a:srgbClr val="0400BA"/>
              </a:solidFill>
              <a:ln w="9525">
                <a:noFill/>
                <a:round/>
                <a:headEnd/>
                <a:tailEnd/>
              </a:ln>
              <a:effectLst/>
            </p:spPr>
            <p:txBody>
              <a:bodyPr wrap="none" anchor="ctr"/>
              <a:lstStyle/>
              <a:p>
                <a:endParaRPr lang="en-US" dirty="0"/>
              </a:p>
            </p:txBody>
          </p:sp>
        </p:grpSp>
      </p:grpSp>
      <p:pic>
        <p:nvPicPr>
          <p:cNvPr id="3" name="Picture 2">
            <a:extLst>
              <a:ext uri="{FF2B5EF4-FFF2-40B4-BE49-F238E27FC236}">
                <a16:creationId xmlns:a16="http://schemas.microsoft.com/office/drawing/2014/main" id="{44B3A58D-1938-4BA1-A929-2FEE6F26FDAE}"/>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3913" t="25692" r="4971" b="25887"/>
          <a:stretch/>
        </p:blipFill>
        <p:spPr>
          <a:xfrm>
            <a:off x="8151813" y="226277"/>
            <a:ext cx="976267" cy="230923"/>
          </a:xfrm>
          <a:prstGeom prst="rect">
            <a:avLst/>
          </a:prstGeom>
        </p:spPr>
      </p:pic>
      <p:pic>
        <p:nvPicPr>
          <p:cNvPr id="5" name="Picture 4">
            <a:extLst>
              <a:ext uri="{FF2B5EF4-FFF2-40B4-BE49-F238E27FC236}">
                <a16:creationId xmlns:a16="http://schemas.microsoft.com/office/drawing/2014/main" id="{20202F76-1C48-46F8-BFB8-86E701B70459}"/>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189153" y="702855"/>
            <a:ext cx="801654" cy="320662"/>
          </a:xfrm>
          <a:prstGeom prst="rect">
            <a:avLst/>
          </a:prstGeom>
        </p:spPr>
      </p:pic>
      <p:pic>
        <p:nvPicPr>
          <p:cNvPr id="7" name="Picture 6">
            <a:extLst>
              <a:ext uri="{FF2B5EF4-FFF2-40B4-BE49-F238E27FC236}">
                <a16:creationId xmlns:a16="http://schemas.microsoft.com/office/drawing/2014/main" id="{D66D2183-A0A3-4DF6-A712-C91A2B5975AB}"/>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0289" t="20253" r="10568" b="18988"/>
          <a:stretch/>
        </p:blipFill>
        <p:spPr>
          <a:xfrm>
            <a:off x="-3765" y="533400"/>
            <a:ext cx="992778" cy="430788"/>
          </a:xfrm>
          <a:prstGeom prst="rect">
            <a:avLst/>
          </a:prstGeom>
        </p:spPr>
      </p:pic>
      <p:pic>
        <p:nvPicPr>
          <p:cNvPr id="9" name="Picture 8">
            <a:extLst>
              <a:ext uri="{FF2B5EF4-FFF2-40B4-BE49-F238E27FC236}">
                <a16:creationId xmlns:a16="http://schemas.microsoft.com/office/drawing/2014/main" id="{AC04AB7E-E0FF-460A-969F-52326B2B4EBB}"/>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l="9581" t="30690" r="9883" b="29368"/>
          <a:stretch/>
        </p:blipFill>
        <p:spPr>
          <a:xfrm>
            <a:off x="35099" y="152400"/>
            <a:ext cx="953914" cy="29484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mj-lt"/>
          <a:ea typeface="+mj-ea"/>
          <a:cs typeface="+mj-cs"/>
        </a:defRPr>
      </a:lvl1pPr>
      <a:lvl2pPr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2pPr>
      <a:lvl3pPr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3pPr>
      <a:lvl4pPr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4pPr>
      <a:lvl5pPr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5pPr>
      <a:lvl6pPr marL="457200"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6pPr>
      <a:lvl7pPr marL="914400"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7pPr>
      <a:lvl8pPr marL="1371600"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8pPr>
      <a:lvl9pPr marL="1828800"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9pPr>
    </p:titleStyle>
    <p:bodyStyle>
      <a:lvl1pPr marL="268288" indent="-268288" algn="l" defTabSz="457200" rtl="0" eaLnBrk="1" fontAlgn="base" hangingPunct="1">
        <a:lnSpc>
          <a:spcPct val="90000"/>
        </a:lnSpc>
        <a:spcBef>
          <a:spcPts val="825"/>
        </a:spcBef>
        <a:spcAft>
          <a:spcPct val="0"/>
        </a:spcAft>
        <a:buClr>
          <a:srgbClr val="000000"/>
        </a:buClr>
        <a:buSzPct val="100000"/>
        <a:buFont typeface="Arial" charset="0"/>
        <a:buChar char="•"/>
        <a:defRPr sz="2200" b="1">
          <a:solidFill>
            <a:srgbClr val="000000"/>
          </a:solidFill>
          <a:latin typeface="+mn-lt"/>
          <a:ea typeface="+mn-ea"/>
          <a:cs typeface="+mn-cs"/>
        </a:defRPr>
      </a:lvl1pPr>
      <a:lvl2pPr marL="642938" indent="-215900" algn="l" defTabSz="457200" rtl="0" eaLnBrk="1" fontAlgn="base" hangingPunct="1">
        <a:lnSpc>
          <a:spcPct val="90000"/>
        </a:lnSpc>
        <a:spcBef>
          <a:spcPts val="675"/>
        </a:spcBef>
        <a:spcAft>
          <a:spcPct val="0"/>
        </a:spcAft>
        <a:buClr>
          <a:srgbClr val="000000"/>
        </a:buClr>
        <a:buSzPct val="100000"/>
        <a:buFont typeface="Arial" charset="0"/>
        <a:buChar char="-"/>
        <a:defRPr b="1">
          <a:solidFill>
            <a:srgbClr val="000000"/>
          </a:solidFill>
          <a:latin typeface="+mn-lt"/>
          <a:cs typeface="+mn-cs"/>
        </a:defRPr>
      </a:lvl2pPr>
      <a:lvl3pPr marL="1074738" indent="-215900" algn="l" defTabSz="457200" rtl="0" eaLnBrk="1" fontAlgn="base" hangingPunct="1">
        <a:lnSpc>
          <a:spcPct val="90000"/>
        </a:lnSpc>
        <a:spcBef>
          <a:spcPts val="600"/>
        </a:spcBef>
        <a:spcAft>
          <a:spcPct val="0"/>
        </a:spcAft>
        <a:buClr>
          <a:srgbClr val="000000"/>
        </a:buClr>
        <a:buSzPct val="100000"/>
        <a:buFont typeface="Arial" charset="0"/>
        <a:buChar char="»"/>
        <a:defRPr sz="1600" b="1">
          <a:solidFill>
            <a:srgbClr val="000000"/>
          </a:solidFill>
          <a:latin typeface="+mn-lt"/>
          <a:cs typeface="+mn-cs"/>
        </a:defRPr>
      </a:lvl3pPr>
      <a:lvl4pPr marL="1449388"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4pPr>
      <a:lvl5pPr marL="18796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5pPr>
      <a:lvl6pPr marL="23368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6pPr>
      <a:lvl7pPr marL="27940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7pPr>
      <a:lvl8pPr marL="32512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8pPr>
      <a:lvl9pPr marL="37084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jpg"/><Relationship Id="rId26" Type="http://schemas.openxmlformats.org/officeDocument/2006/relationships/image" Target="../media/image29.png"/><Relationship Id="rId3" Type="http://schemas.openxmlformats.org/officeDocument/2006/relationships/image" Target="../media/image6.jpg"/><Relationship Id="rId21" Type="http://schemas.openxmlformats.org/officeDocument/2006/relationships/image" Target="../media/image24.jp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notesSlide" Target="../notesSlides/notesSlide2.xml"/><Relationship Id="rId16" Type="http://schemas.openxmlformats.org/officeDocument/2006/relationships/image" Target="../media/image19.jpg"/><Relationship Id="rId20" Type="http://schemas.openxmlformats.org/officeDocument/2006/relationships/image" Target="../media/image23.jp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5" Type="http://schemas.openxmlformats.org/officeDocument/2006/relationships/image" Target="../media/image8.jpg"/><Relationship Id="rId15" Type="http://schemas.openxmlformats.org/officeDocument/2006/relationships/image" Target="../media/image18.png"/><Relationship Id="rId23" Type="http://schemas.openxmlformats.org/officeDocument/2006/relationships/image" Target="../media/image26.jp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jp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jpg"/></Relationships>
</file>

<file path=ppt/slides/_rels/slide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7.jpg"/><Relationship Id="rId13" Type="http://schemas.openxmlformats.org/officeDocument/2006/relationships/image" Target="../media/image42.jpg"/><Relationship Id="rId3" Type="http://schemas.openxmlformats.org/officeDocument/2006/relationships/image" Target="../media/image32.jpeg"/><Relationship Id="rId7" Type="http://schemas.openxmlformats.org/officeDocument/2006/relationships/image" Target="../media/image36.jpg"/><Relationship Id="rId12" Type="http://schemas.openxmlformats.org/officeDocument/2006/relationships/image" Target="../media/image41.jpg"/><Relationship Id="rId17" Type="http://schemas.openxmlformats.org/officeDocument/2006/relationships/image" Target="../media/image46.jpg"/><Relationship Id="rId2" Type="http://schemas.openxmlformats.org/officeDocument/2006/relationships/notesSlide" Target="../notesSlides/notesSlide4.xml"/><Relationship Id="rId16" Type="http://schemas.openxmlformats.org/officeDocument/2006/relationships/image" Target="../media/image45.jpg"/><Relationship Id="rId1" Type="http://schemas.openxmlformats.org/officeDocument/2006/relationships/slideLayout" Target="../slideLayouts/slideLayout2.xml"/><Relationship Id="rId6" Type="http://schemas.openxmlformats.org/officeDocument/2006/relationships/image" Target="../media/image35.jpg"/><Relationship Id="rId11" Type="http://schemas.openxmlformats.org/officeDocument/2006/relationships/image" Target="../media/image40.jpg"/><Relationship Id="rId5" Type="http://schemas.openxmlformats.org/officeDocument/2006/relationships/image" Target="../media/image34.jpg"/><Relationship Id="rId15" Type="http://schemas.openxmlformats.org/officeDocument/2006/relationships/image" Target="../media/image44.jpg"/><Relationship Id="rId10" Type="http://schemas.openxmlformats.org/officeDocument/2006/relationships/image" Target="../media/image39.jpg"/><Relationship Id="rId4" Type="http://schemas.openxmlformats.org/officeDocument/2006/relationships/image" Target="../media/image33.jpg"/><Relationship Id="rId9" Type="http://schemas.openxmlformats.org/officeDocument/2006/relationships/image" Target="../media/image38.jpg"/><Relationship Id="rId14" Type="http://schemas.openxmlformats.org/officeDocument/2006/relationships/image" Target="../media/image43.jpg"/></Relationships>
</file>

<file path=ppt/slides/_rels/slide8.xml.rels><?xml version="1.0" encoding="UTF-8" standalone="yes"?>
<Relationships xmlns="http://schemas.openxmlformats.org/package/2006/relationships"><Relationship Id="rId8" Type="http://schemas.openxmlformats.org/officeDocument/2006/relationships/image" Target="../media/image52.jpg"/><Relationship Id="rId3" Type="http://schemas.openxmlformats.org/officeDocument/2006/relationships/image" Target="../media/image47.jpg"/><Relationship Id="rId7" Type="http://schemas.openxmlformats.org/officeDocument/2006/relationships/image" Target="../media/image51.jpg"/><Relationship Id="rId12" Type="http://schemas.openxmlformats.org/officeDocument/2006/relationships/image" Target="../media/image56.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0.jpg"/><Relationship Id="rId11" Type="http://schemas.openxmlformats.org/officeDocument/2006/relationships/image" Target="../media/image55.jpg"/><Relationship Id="rId5" Type="http://schemas.openxmlformats.org/officeDocument/2006/relationships/image" Target="../media/image49.jpg"/><Relationship Id="rId10" Type="http://schemas.openxmlformats.org/officeDocument/2006/relationships/image" Target="../media/image54.jpg"/><Relationship Id="rId4" Type="http://schemas.openxmlformats.org/officeDocument/2006/relationships/image" Target="../media/image48.jpg"/><Relationship Id="rId9" Type="http://schemas.openxmlformats.org/officeDocument/2006/relationships/image" Target="../media/image53.jpg"/></Relationships>
</file>

<file path=ppt/slides/_rels/slide9.xml.rels><?xml version="1.0" encoding="UTF-8" standalone="yes"?>
<Relationships xmlns="http://schemas.openxmlformats.org/package/2006/relationships"><Relationship Id="rId8" Type="http://schemas.openxmlformats.org/officeDocument/2006/relationships/image" Target="../media/image62.jpg"/><Relationship Id="rId13" Type="http://schemas.openxmlformats.org/officeDocument/2006/relationships/image" Target="../media/image67.jpg"/><Relationship Id="rId3" Type="http://schemas.openxmlformats.org/officeDocument/2006/relationships/image" Target="../media/image57.jpg"/><Relationship Id="rId7" Type="http://schemas.openxmlformats.org/officeDocument/2006/relationships/image" Target="../media/image61.jpg"/><Relationship Id="rId12" Type="http://schemas.openxmlformats.org/officeDocument/2006/relationships/image" Target="../media/image66.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0.jpg"/><Relationship Id="rId11" Type="http://schemas.openxmlformats.org/officeDocument/2006/relationships/image" Target="../media/image65.jpg"/><Relationship Id="rId5" Type="http://schemas.openxmlformats.org/officeDocument/2006/relationships/image" Target="../media/image59.jpg"/><Relationship Id="rId15" Type="http://schemas.openxmlformats.org/officeDocument/2006/relationships/image" Target="../media/image69.jpg"/><Relationship Id="rId10" Type="http://schemas.openxmlformats.org/officeDocument/2006/relationships/image" Target="../media/image64.jpg"/><Relationship Id="rId4" Type="http://schemas.openxmlformats.org/officeDocument/2006/relationships/image" Target="../media/image58.jpg"/><Relationship Id="rId9" Type="http://schemas.openxmlformats.org/officeDocument/2006/relationships/image" Target="../media/image63.jpg"/><Relationship Id="rId14" Type="http://schemas.openxmlformats.org/officeDocument/2006/relationships/image" Target="../media/image6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1"/>
          <p:cNvSpPr>
            <a:spLocks noChangeArrowheads="1"/>
          </p:cNvSpPr>
          <p:nvPr/>
        </p:nvSpPr>
        <p:spPr bwMode="auto">
          <a:xfrm>
            <a:off x="190500" y="1219200"/>
            <a:ext cx="8763000" cy="2362200"/>
          </a:xfrm>
          <a:prstGeom prst="rect">
            <a:avLst/>
          </a:prstGeom>
          <a:noFill/>
          <a:ln w="9525">
            <a:noFill/>
            <a:round/>
            <a:headEnd/>
            <a:tailEnd/>
          </a:ln>
          <a:effectLst/>
        </p:spPr>
        <p:txBody>
          <a:bodyPr lIns="45720" tIns="47520" rIns="45720" bIns="47520" anchor="ctr"/>
          <a:lstStyle/>
          <a:p>
            <a:pPr algn="ctr">
              <a:lnSpc>
                <a:spcPct val="84000"/>
              </a:lnSpc>
              <a:spcBef>
                <a:spcPts val="713"/>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br>
              <a:rPr lang="en-GB" sz="2300" b="1" i="1" dirty="0">
                <a:solidFill>
                  <a:srgbClr val="000000"/>
                </a:solidFill>
                <a:ea typeface="Lucida Sans Unicode" charset="0"/>
                <a:cs typeface="Lucida Sans Unicode" charset="0"/>
              </a:rPr>
            </a:br>
            <a:endParaRPr lang="en-US" dirty="0">
              <a:solidFill>
                <a:schemeClr val="accent2">
                  <a:lumMod val="75000"/>
                </a:schemeClr>
              </a:solidFill>
            </a:endParaRPr>
          </a:p>
          <a:p>
            <a:pPr algn="ctr">
              <a:lnSpc>
                <a:spcPct val="84000"/>
              </a:lnSpc>
              <a:spcBef>
                <a:spcPts val="713"/>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100" b="1" i="1" dirty="0">
              <a:solidFill>
                <a:schemeClr val="accent2">
                  <a:lumMod val="75000"/>
                </a:schemeClr>
              </a:solidFill>
              <a:ea typeface="Lucida Sans Unicode" charset="0"/>
              <a:cs typeface="Lucida Sans Unicode" charset="0"/>
            </a:endParaRPr>
          </a:p>
        </p:txBody>
      </p:sp>
      <p:sp>
        <p:nvSpPr>
          <p:cNvPr id="11" name="Title 10"/>
          <p:cNvSpPr>
            <a:spLocks noGrp="1"/>
          </p:cNvSpPr>
          <p:nvPr>
            <p:ph type="ctrTitle"/>
          </p:nvPr>
        </p:nvSpPr>
        <p:spPr>
          <a:xfrm>
            <a:off x="152400" y="1635760"/>
            <a:ext cx="8610600" cy="1640840"/>
          </a:xfrm>
        </p:spPr>
        <p:txBody>
          <a:bodyPr/>
          <a:lstStyle/>
          <a:p>
            <a:r>
              <a:rPr lang="en-GB" sz="3600" i="1" dirty="0">
                <a:solidFill>
                  <a:srgbClr val="0070C0"/>
                </a:solidFill>
                <a:ea typeface="Lucida Sans Unicode" charset="0"/>
                <a:cs typeface="Lucida Sans Unicode" charset="0"/>
              </a:rPr>
              <a:t>Mechanical Engineering</a:t>
            </a:r>
            <a:br>
              <a:rPr lang="en-GB" sz="3600" i="1" dirty="0">
                <a:solidFill>
                  <a:srgbClr val="0070C0"/>
                </a:solidFill>
                <a:ea typeface="Lucida Sans Unicode" charset="0"/>
                <a:cs typeface="Lucida Sans Unicode" charset="0"/>
              </a:rPr>
            </a:br>
            <a:r>
              <a:rPr lang="en-GB" sz="3600" i="1" dirty="0">
                <a:solidFill>
                  <a:srgbClr val="0070C0"/>
                </a:solidFill>
                <a:ea typeface="Lucida Sans Unicode" charset="0"/>
                <a:cs typeface="Lucida Sans Unicode" charset="0"/>
              </a:rPr>
              <a:t>Career Overview</a:t>
            </a:r>
            <a:endParaRPr lang="en-US" sz="3600" dirty="0">
              <a:solidFill>
                <a:srgbClr val="0070C0"/>
              </a:solidFill>
            </a:endParaRPr>
          </a:p>
        </p:txBody>
      </p:sp>
      <p:sp>
        <p:nvSpPr>
          <p:cNvPr id="12" name="Subtitle 11"/>
          <p:cNvSpPr>
            <a:spLocks noGrp="1"/>
          </p:cNvSpPr>
          <p:nvPr>
            <p:ph type="subTitle" idx="1"/>
          </p:nvPr>
        </p:nvSpPr>
        <p:spPr>
          <a:xfrm>
            <a:off x="1981200" y="3505200"/>
            <a:ext cx="5486400" cy="1295400"/>
          </a:xfrm>
        </p:spPr>
        <p:txBody>
          <a:bodyPr/>
          <a:lstStyle/>
          <a:p>
            <a:r>
              <a:rPr lang="en-US" sz="2800" dirty="0">
                <a:solidFill>
                  <a:schemeClr val="tx1"/>
                </a:solidFill>
              </a:rPr>
              <a:t>Douglas Coombs</a:t>
            </a:r>
          </a:p>
          <a:p>
            <a:endParaRPr lang="en-US" sz="2800" dirty="0">
              <a:solidFill>
                <a:schemeClr val="tx1"/>
              </a:solidFill>
            </a:endParaRPr>
          </a:p>
          <a:p>
            <a:r>
              <a:rPr lang="en-GB" sz="2800" dirty="0">
                <a:ea typeface="Lucida Sans Unicode" charset="0"/>
                <a:cs typeface="Lucida Sans Unicode" charset="0"/>
              </a:rPr>
              <a:t>April 8, 2021</a:t>
            </a:r>
            <a:endParaRPr lang="en-GB" sz="2800" i="1" dirty="0">
              <a:ea typeface="Lucida Sans Unicode" charset="0"/>
              <a:cs typeface="Lucida Sans Unicode" charset="0"/>
            </a:endParaRPr>
          </a:p>
          <a:p>
            <a:endParaRPr lang="en-US" sz="20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161213" cy="1084263"/>
          </a:xfrm>
        </p:spPr>
        <p:txBody>
          <a:bodyPr/>
          <a:lstStyle/>
          <a:p>
            <a:r>
              <a:rPr lang="en-US" dirty="0"/>
              <a:t>Overview</a:t>
            </a:r>
          </a:p>
        </p:txBody>
      </p:sp>
      <p:sp>
        <p:nvSpPr>
          <p:cNvPr id="3" name="Content Placeholder 2"/>
          <p:cNvSpPr>
            <a:spLocks noGrp="1"/>
          </p:cNvSpPr>
          <p:nvPr>
            <p:ph idx="1"/>
          </p:nvPr>
        </p:nvSpPr>
        <p:spPr/>
        <p:txBody>
          <a:bodyPr/>
          <a:lstStyle/>
          <a:p>
            <a:r>
              <a:rPr lang="en-US" dirty="0"/>
              <a:t>Personal Intro</a:t>
            </a:r>
          </a:p>
          <a:p>
            <a:r>
              <a:rPr lang="en-US" dirty="0"/>
              <a:t>Types of Engineering</a:t>
            </a:r>
          </a:p>
          <a:p>
            <a:r>
              <a:rPr lang="en-US" dirty="0"/>
              <a:t>Educational Requirements</a:t>
            </a:r>
          </a:p>
          <a:p>
            <a:r>
              <a:rPr lang="en-US" dirty="0"/>
              <a:t>Career Overview</a:t>
            </a:r>
          </a:p>
          <a:p>
            <a:r>
              <a:rPr lang="en-US" dirty="0"/>
              <a:t>Succeed in Any Career</a:t>
            </a:r>
          </a:p>
          <a:p>
            <a:r>
              <a:rPr lang="en-US" dirty="0"/>
              <a:t>Q &amp; A</a:t>
            </a:r>
          </a:p>
          <a:p>
            <a:endParaRPr lang="en-US" dirty="0"/>
          </a:p>
          <a:p>
            <a:endParaRPr lang="en-US" dirty="0"/>
          </a:p>
          <a:p>
            <a:endParaRPr lang="en-US" dirty="0"/>
          </a:p>
          <a:p>
            <a:endParaRPr lang="en-US" dirty="0"/>
          </a:p>
          <a:p>
            <a:endParaRPr lang="en-US" dirty="0"/>
          </a:p>
          <a:p>
            <a:endParaRPr lang="en-US" dirty="0"/>
          </a:p>
          <a:p>
            <a:pPr marL="0" indent="0">
              <a:buNone/>
            </a:pPr>
            <a:r>
              <a:rPr lang="en-US" sz="1200" dirty="0"/>
              <a:t>Disclaimer: </a:t>
            </a:r>
            <a:br>
              <a:rPr lang="en-US" sz="1200" dirty="0"/>
            </a:br>
            <a:r>
              <a:rPr lang="en-US" sz="1200" dirty="0"/>
              <a:t>These are the presenter’s opinions and do not necessarily reflect those of his employers, past and present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ABD29-153D-4CD1-9579-1E39CCA12715}"/>
              </a:ext>
            </a:extLst>
          </p:cNvPr>
          <p:cNvSpPr>
            <a:spLocks noGrp="1"/>
          </p:cNvSpPr>
          <p:nvPr>
            <p:ph type="title"/>
          </p:nvPr>
        </p:nvSpPr>
        <p:spPr>
          <a:xfrm>
            <a:off x="990600" y="0"/>
            <a:ext cx="7161213" cy="1084263"/>
          </a:xfrm>
        </p:spPr>
        <p:txBody>
          <a:bodyPr/>
          <a:lstStyle/>
          <a:p>
            <a:r>
              <a:rPr lang="en-US" dirty="0"/>
              <a:t>Brief Personal Intro</a:t>
            </a:r>
          </a:p>
        </p:txBody>
      </p:sp>
      <p:sp>
        <p:nvSpPr>
          <p:cNvPr id="3" name="Content Placeholder 2">
            <a:extLst>
              <a:ext uri="{FF2B5EF4-FFF2-40B4-BE49-F238E27FC236}">
                <a16:creationId xmlns:a16="http://schemas.microsoft.com/office/drawing/2014/main" id="{E028681F-FA64-42B7-90A9-FB5C62D5A9C6}"/>
              </a:ext>
            </a:extLst>
          </p:cNvPr>
          <p:cNvSpPr>
            <a:spLocks noGrp="1"/>
          </p:cNvSpPr>
          <p:nvPr>
            <p:ph idx="1"/>
          </p:nvPr>
        </p:nvSpPr>
        <p:spPr/>
        <p:txBody>
          <a:bodyPr/>
          <a:lstStyle/>
          <a:p>
            <a:r>
              <a:rPr lang="en-US" dirty="0"/>
              <a:t>Name: Douglas Coombs</a:t>
            </a:r>
          </a:p>
          <a:p>
            <a:r>
              <a:rPr lang="en-US" dirty="0"/>
              <a:t>Employer: Sandia National Laboratories</a:t>
            </a:r>
          </a:p>
          <a:p>
            <a:r>
              <a:rPr lang="en-US" dirty="0"/>
              <a:t>Title: Principal Member of the Technical Staff</a:t>
            </a:r>
          </a:p>
          <a:p>
            <a:r>
              <a:rPr lang="en-US" dirty="0"/>
              <a:t>Job Roles: </a:t>
            </a:r>
          </a:p>
          <a:p>
            <a:pPr lvl="1"/>
            <a:r>
              <a:rPr lang="en-US" dirty="0"/>
              <a:t>Audit scientific and engineering work to ensure national security</a:t>
            </a:r>
          </a:p>
          <a:p>
            <a:pPr lvl="1"/>
            <a:r>
              <a:rPr lang="en-US" dirty="0"/>
              <a:t>Perform system analyses to ensure safety</a:t>
            </a:r>
          </a:p>
          <a:p>
            <a:pPr lvl="1"/>
            <a:r>
              <a:rPr lang="en-US" dirty="0"/>
              <a:t>Manage software projects to help engineers work more productively </a:t>
            </a:r>
          </a:p>
          <a:p>
            <a:pPr lvl="1"/>
            <a:r>
              <a:rPr lang="en-US" dirty="0"/>
              <a:t>Contribute to R&amp;D efforts to advance product lines</a:t>
            </a:r>
          </a:p>
          <a:p>
            <a:pPr lvl="1"/>
            <a:endParaRPr lang="en-US" dirty="0"/>
          </a:p>
          <a:p>
            <a:r>
              <a:rPr lang="en-US"/>
              <a:t>Did that </a:t>
            </a:r>
            <a:r>
              <a:rPr lang="en-US" dirty="0"/>
              <a:t>make any sense?</a:t>
            </a:r>
          </a:p>
        </p:txBody>
      </p:sp>
    </p:spTree>
    <p:extLst>
      <p:ext uri="{BB962C8B-B14F-4D97-AF65-F5344CB8AC3E}">
        <p14:creationId xmlns:p14="http://schemas.microsoft.com/office/powerpoint/2010/main" val="991371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5A30FCA2-26E7-447F-AB8F-FBA100A5CA06}"/>
              </a:ext>
            </a:extLst>
          </p:cNvPr>
          <p:cNvGrpSpPr/>
          <p:nvPr/>
        </p:nvGrpSpPr>
        <p:grpSpPr>
          <a:xfrm>
            <a:off x="36338" y="3289300"/>
            <a:ext cx="8580104" cy="3133725"/>
            <a:chOff x="438555" y="3048000"/>
            <a:chExt cx="8580104" cy="3133725"/>
          </a:xfrm>
        </p:grpSpPr>
        <p:grpSp>
          <p:nvGrpSpPr>
            <p:cNvPr id="20" name="Group 19">
              <a:extLst>
                <a:ext uri="{FF2B5EF4-FFF2-40B4-BE49-F238E27FC236}">
                  <a16:creationId xmlns:a16="http://schemas.microsoft.com/office/drawing/2014/main" id="{A9E7340C-F376-4E13-98A3-9D25CFA39861}"/>
                </a:ext>
              </a:extLst>
            </p:cNvPr>
            <p:cNvGrpSpPr/>
            <p:nvPr/>
          </p:nvGrpSpPr>
          <p:grpSpPr>
            <a:xfrm>
              <a:off x="438555" y="3048000"/>
              <a:ext cx="8580104" cy="3133725"/>
              <a:chOff x="438555" y="3048000"/>
              <a:chExt cx="8580104" cy="3133725"/>
            </a:xfrm>
          </p:grpSpPr>
          <p:pic>
            <p:nvPicPr>
              <p:cNvPr id="22" name="Picture 21">
                <a:extLst>
                  <a:ext uri="{FF2B5EF4-FFF2-40B4-BE49-F238E27FC236}">
                    <a16:creationId xmlns:a16="http://schemas.microsoft.com/office/drawing/2014/main" id="{D4FF41BA-E61C-4A0F-B5B0-4166ED29D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5400" y="3048000"/>
                <a:ext cx="3913259" cy="3133725"/>
              </a:xfrm>
              <a:prstGeom prst="rect">
                <a:avLst/>
              </a:prstGeom>
            </p:spPr>
          </p:pic>
          <p:pic>
            <p:nvPicPr>
              <p:cNvPr id="23" name="Picture 22">
                <a:extLst>
                  <a:ext uri="{FF2B5EF4-FFF2-40B4-BE49-F238E27FC236}">
                    <a16:creationId xmlns:a16="http://schemas.microsoft.com/office/drawing/2014/main" id="{8EE78EB4-49D7-4858-AC1B-35440F3B2D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555" y="3238499"/>
                <a:ext cx="4422881" cy="2943226"/>
              </a:xfrm>
              <a:prstGeom prst="rect">
                <a:avLst/>
              </a:prstGeom>
            </p:spPr>
          </p:pic>
          <p:cxnSp>
            <p:nvCxnSpPr>
              <p:cNvPr id="24" name="Straight Connector 23">
                <a:extLst>
                  <a:ext uri="{FF2B5EF4-FFF2-40B4-BE49-F238E27FC236}">
                    <a16:creationId xmlns:a16="http://schemas.microsoft.com/office/drawing/2014/main" id="{4658E4B1-9A82-4DF6-BC54-99525CF63272}"/>
                  </a:ext>
                </a:extLst>
              </p:cNvPr>
              <p:cNvCxnSpPr/>
              <p:nvPr/>
            </p:nvCxnSpPr>
            <p:spPr bwMode="auto">
              <a:xfrm>
                <a:off x="438555" y="3238499"/>
                <a:ext cx="4422881" cy="2943226"/>
              </a:xfrm>
              <a:prstGeom prst="line">
                <a:avLst/>
              </a:prstGeom>
              <a:solidFill>
                <a:srgbClr val="00B8FF"/>
              </a:solidFill>
              <a:ln w="73025" cap="flat" cmpd="sng" algn="ctr">
                <a:solidFill>
                  <a:srgbClr val="C00000"/>
                </a:solidFill>
                <a:prstDash val="solid"/>
                <a:round/>
                <a:headEnd type="none" w="med" len="med"/>
                <a:tailEnd type="none" w="med" len="med"/>
              </a:ln>
              <a:effectLst/>
            </p:spPr>
          </p:cxnSp>
          <p:sp>
            <p:nvSpPr>
              <p:cNvPr id="25" name="Rectangle 24">
                <a:extLst>
                  <a:ext uri="{FF2B5EF4-FFF2-40B4-BE49-F238E27FC236}">
                    <a16:creationId xmlns:a16="http://schemas.microsoft.com/office/drawing/2014/main" id="{8AE29529-0AE7-4948-B2DA-BEB2B3B34E71}"/>
                  </a:ext>
                </a:extLst>
              </p:cNvPr>
              <p:cNvSpPr/>
              <p:nvPr/>
            </p:nvSpPr>
            <p:spPr>
              <a:xfrm>
                <a:off x="7814985" y="3429000"/>
                <a:ext cx="910827" cy="1200329"/>
              </a:xfrm>
              <a:prstGeom prst="rect">
                <a:avLst/>
              </a:prstGeom>
              <a:noFill/>
            </p:spPr>
            <p:txBody>
              <a:bodyPr wrap="none" lIns="91440" tIns="45720" rIns="91440" bIns="45720">
                <a:spAutoFit/>
              </a:bodyPr>
              <a:lstStyle/>
              <a:p>
                <a:pPr algn="ctr"/>
                <a:r>
                  <a:rPr lang="en-US" sz="7200" b="0" cap="none" spc="0" dirty="0">
                    <a:ln w="0"/>
                    <a:solidFill>
                      <a:srgbClr val="00B050"/>
                    </a:solidFill>
                    <a:effectLst>
                      <a:outerShdw blurRad="38100" dist="19050" dir="2700000" algn="tl" rotWithShape="0">
                        <a:schemeClr val="dk1">
                          <a:alpha val="40000"/>
                        </a:schemeClr>
                      </a:outerShdw>
                    </a:effectLst>
                    <a:sym typeface="Wingdings" panose="05000000000000000000" pitchFamily="2" charset="2"/>
                  </a:rPr>
                  <a:t></a:t>
                </a:r>
                <a:endParaRPr lang="en-US" sz="7200" b="0" cap="none" spc="0" dirty="0">
                  <a:ln w="0"/>
                  <a:solidFill>
                    <a:srgbClr val="00B050"/>
                  </a:solidFill>
                  <a:effectLst>
                    <a:outerShdw blurRad="38100" dist="19050" dir="2700000" algn="tl" rotWithShape="0">
                      <a:schemeClr val="dk1">
                        <a:alpha val="40000"/>
                      </a:schemeClr>
                    </a:outerShdw>
                  </a:effectLst>
                </a:endParaRPr>
              </a:p>
            </p:txBody>
          </p:sp>
        </p:grpSp>
        <p:cxnSp>
          <p:nvCxnSpPr>
            <p:cNvPr id="21" name="Straight Connector 20">
              <a:extLst>
                <a:ext uri="{FF2B5EF4-FFF2-40B4-BE49-F238E27FC236}">
                  <a16:creationId xmlns:a16="http://schemas.microsoft.com/office/drawing/2014/main" id="{09E93909-31BD-40BC-9F43-1D695659F6A2}"/>
                </a:ext>
              </a:extLst>
            </p:cNvPr>
            <p:cNvCxnSpPr>
              <a:cxnSpLocks/>
            </p:cNvCxnSpPr>
            <p:nvPr/>
          </p:nvCxnSpPr>
          <p:spPr bwMode="auto">
            <a:xfrm flipV="1">
              <a:off x="438555" y="3238499"/>
              <a:ext cx="4422881" cy="2943226"/>
            </a:xfrm>
            <a:prstGeom prst="line">
              <a:avLst/>
            </a:prstGeom>
            <a:solidFill>
              <a:srgbClr val="00B8FF"/>
            </a:solidFill>
            <a:ln w="73025" cap="flat" cmpd="sng" algn="ctr">
              <a:solidFill>
                <a:srgbClr val="C00000"/>
              </a:solidFill>
              <a:prstDash val="solid"/>
              <a:round/>
              <a:headEnd type="none" w="med" len="med"/>
              <a:tailEnd type="none" w="med" len="med"/>
            </a:ln>
            <a:effectLst/>
          </p:spPr>
        </p:cxnSp>
      </p:grpSp>
      <p:sp>
        <p:nvSpPr>
          <p:cNvPr id="2" name="Title 1">
            <a:extLst>
              <a:ext uri="{FF2B5EF4-FFF2-40B4-BE49-F238E27FC236}">
                <a16:creationId xmlns:a16="http://schemas.microsoft.com/office/drawing/2014/main" id="{35B8CD15-6FCA-41F4-8197-89EB5A267CFF}"/>
              </a:ext>
            </a:extLst>
          </p:cNvPr>
          <p:cNvSpPr>
            <a:spLocks noGrp="1"/>
          </p:cNvSpPr>
          <p:nvPr>
            <p:ph type="title"/>
          </p:nvPr>
        </p:nvSpPr>
        <p:spPr>
          <a:xfrm>
            <a:off x="990600" y="0"/>
            <a:ext cx="7161213" cy="1084263"/>
          </a:xfrm>
        </p:spPr>
        <p:txBody>
          <a:bodyPr/>
          <a:lstStyle/>
          <a:p>
            <a:r>
              <a:rPr lang="en-US" dirty="0"/>
              <a:t>Types of Engineering</a:t>
            </a:r>
          </a:p>
        </p:txBody>
      </p:sp>
      <p:sp>
        <p:nvSpPr>
          <p:cNvPr id="3" name="Content Placeholder 2">
            <a:extLst>
              <a:ext uri="{FF2B5EF4-FFF2-40B4-BE49-F238E27FC236}">
                <a16:creationId xmlns:a16="http://schemas.microsoft.com/office/drawing/2014/main" id="{8714596A-4DC3-4C42-9EFB-5040B591B6B9}"/>
              </a:ext>
            </a:extLst>
          </p:cNvPr>
          <p:cNvSpPr>
            <a:spLocks noGrp="1"/>
          </p:cNvSpPr>
          <p:nvPr>
            <p:ph idx="1"/>
          </p:nvPr>
        </p:nvSpPr>
        <p:spPr/>
        <p:txBody>
          <a:bodyPr/>
          <a:lstStyle/>
          <a:p>
            <a:r>
              <a:rPr lang="en-US" dirty="0"/>
              <a:t>What do engineers do? </a:t>
            </a:r>
          </a:p>
          <a:p>
            <a:pPr lvl="1"/>
            <a:r>
              <a:rPr lang="en-US" dirty="0"/>
              <a:t>We solve scientific and technical problems to create the infrastructure and products that enable modern life</a:t>
            </a:r>
          </a:p>
          <a:p>
            <a:r>
              <a:rPr lang="en-US" dirty="0"/>
              <a:t>Train engineers vs. technical engineers </a:t>
            </a:r>
          </a:p>
          <a:p>
            <a:r>
              <a:rPr lang="en-US" dirty="0"/>
              <a:t>Types of Engineers</a:t>
            </a:r>
          </a:p>
          <a:p>
            <a:pPr lvl="1"/>
            <a:r>
              <a:rPr lang="en-US" dirty="0"/>
              <a:t>Civil, Mechanical, and Electrical (most engineers) </a:t>
            </a:r>
          </a:p>
          <a:p>
            <a:pPr lvl="1"/>
            <a:r>
              <a:rPr lang="en-US" dirty="0"/>
              <a:t>Niche fields</a:t>
            </a:r>
          </a:p>
          <a:p>
            <a:pPr lvl="2"/>
            <a:r>
              <a:rPr lang="en-US" dirty="0"/>
              <a:t>Chemical, Bio-Medical, Materials, Industrial, Aerospace, Mining, Petroleum, Nuclear, Marine, Agricultural, Environmental</a:t>
            </a:r>
          </a:p>
          <a:p>
            <a:r>
              <a:rPr lang="en-US" dirty="0"/>
              <a:t>Wide range of pay depending on industry, difficulty and educational level attained ($50k-$250k, median ~85k)</a:t>
            </a:r>
          </a:p>
          <a:p>
            <a:pPr lvl="1"/>
            <a:r>
              <a:rPr lang="en-US" dirty="0"/>
              <a:t>Commodities vs cutting edge technologies</a:t>
            </a:r>
          </a:p>
          <a:p>
            <a:pPr lvl="1"/>
            <a:r>
              <a:rPr lang="en-US" dirty="0"/>
              <a:t>Scalability of product</a:t>
            </a:r>
          </a:p>
          <a:p>
            <a:pPr lvl="1"/>
            <a:r>
              <a:rPr lang="en-US" dirty="0"/>
              <a:t>Good bread and butter job to support a family with</a:t>
            </a:r>
          </a:p>
          <a:p>
            <a:pPr lvl="2"/>
            <a:r>
              <a:rPr lang="en-US" dirty="0"/>
              <a:t>Most people can do it if they work hard enough – not like sports or acting where only the top .01% succeed and make enough money to support a family</a:t>
            </a:r>
          </a:p>
          <a:p>
            <a:endParaRPr lang="en-US" dirty="0"/>
          </a:p>
        </p:txBody>
      </p:sp>
      <p:grpSp>
        <p:nvGrpSpPr>
          <p:cNvPr id="12" name="Group 11">
            <a:extLst>
              <a:ext uri="{FF2B5EF4-FFF2-40B4-BE49-F238E27FC236}">
                <a16:creationId xmlns:a16="http://schemas.microsoft.com/office/drawing/2014/main" id="{8505F216-A495-44BE-83F8-6DEAA3C867ED}"/>
              </a:ext>
            </a:extLst>
          </p:cNvPr>
          <p:cNvGrpSpPr/>
          <p:nvPr/>
        </p:nvGrpSpPr>
        <p:grpSpPr>
          <a:xfrm>
            <a:off x="169164" y="3343583"/>
            <a:ext cx="8271824" cy="3495058"/>
            <a:chOff x="522926" y="3110884"/>
            <a:chExt cx="8387320" cy="3660774"/>
          </a:xfrm>
        </p:grpSpPr>
        <p:grpSp>
          <p:nvGrpSpPr>
            <p:cNvPr id="13" name="Group 12">
              <a:extLst>
                <a:ext uri="{FF2B5EF4-FFF2-40B4-BE49-F238E27FC236}">
                  <a16:creationId xmlns:a16="http://schemas.microsoft.com/office/drawing/2014/main" id="{DD43973A-25E1-42AD-80ED-ADA499D1A7EB}"/>
                </a:ext>
              </a:extLst>
            </p:cNvPr>
            <p:cNvGrpSpPr/>
            <p:nvPr/>
          </p:nvGrpSpPr>
          <p:grpSpPr>
            <a:xfrm>
              <a:off x="2438400" y="3110884"/>
              <a:ext cx="6471846" cy="3660774"/>
              <a:chOff x="304800" y="2743200"/>
              <a:chExt cx="6732196" cy="3962400"/>
            </a:xfrm>
          </p:grpSpPr>
          <p:pic>
            <p:nvPicPr>
              <p:cNvPr id="15" name="Content Placeholder 5">
                <a:extLst>
                  <a:ext uri="{FF2B5EF4-FFF2-40B4-BE49-F238E27FC236}">
                    <a16:creationId xmlns:a16="http://schemas.microsoft.com/office/drawing/2014/main" id="{0E17174B-C335-4AD2-AF9B-D6F3C27854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auto">
              <a:xfrm>
                <a:off x="304800" y="4704242"/>
                <a:ext cx="3549200" cy="1994200"/>
              </a:xfrm>
              <a:prstGeom prst="rect">
                <a:avLst/>
              </a:prstGeom>
              <a:noFill/>
              <a:ln w="9525">
                <a:noFill/>
                <a:round/>
                <a:headEnd/>
                <a:tailEnd/>
              </a:ln>
              <a:effectLst/>
            </p:spPr>
          </p:pic>
          <p:pic>
            <p:nvPicPr>
              <p:cNvPr id="16" name="Picture 15">
                <a:extLst>
                  <a:ext uri="{FF2B5EF4-FFF2-40B4-BE49-F238E27FC236}">
                    <a16:creationId xmlns:a16="http://schemas.microsoft.com/office/drawing/2014/main" id="{6CFA44EF-4024-4B19-BCF1-55286C5CCDDA}"/>
                  </a:ext>
                </a:extLst>
              </p:cNvPr>
              <p:cNvPicPr>
                <a:picLocks noChangeAspect="1"/>
              </p:cNvPicPr>
              <p:nvPr/>
            </p:nvPicPr>
            <p:blipFill>
              <a:blip r:embed="rId6"/>
              <a:stretch>
                <a:fillRect/>
              </a:stretch>
            </p:blipFill>
            <p:spPr>
              <a:xfrm>
                <a:off x="3949925" y="4770408"/>
                <a:ext cx="2908075" cy="1935192"/>
              </a:xfrm>
              <a:prstGeom prst="rect">
                <a:avLst/>
              </a:prstGeom>
            </p:spPr>
          </p:pic>
          <p:pic>
            <p:nvPicPr>
              <p:cNvPr id="17" name="Picture 16">
                <a:extLst>
                  <a:ext uri="{FF2B5EF4-FFF2-40B4-BE49-F238E27FC236}">
                    <a16:creationId xmlns:a16="http://schemas.microsoft.com/office/drawing/2014/main" id="{484136C9-15DF-49E8-AA8B-2C5C0024C60A}"/>
                  </a:ext>
                </a:extLst>
              </p:cNvPr>
              <p:cNvPicPr>
                <a:picLocks noChangeAspect="1"/>
              </p:cNvPicPr>
              <p:nvPr/>
            </p:nvPicPr>
            <p:blipFill>
              <a:blip r:embed="rId7"/>
              <a:stretch>
                <a:fillRect/>
              </a:stretch>
            </p:blipFill>
            <p:spPr>
              <a:xfrm>
                <a:off x="304800" y="2743200"/>
                <a:ext cx="3429000" cy="1920240"/>
              </a:xfrm>
              <a:prstGeom prst="rect">
                <a:avLst/>
              </a:prstGeom>
            </p:spPr>
          </p:pic>
          <p:pic>
            <p:nvPicPr>
              <p:cNvPr id="18" name="Picture 17">
                <a:extLst>
                  <a:ext uri="{FF2B5EF4-FFF2-40B4-BE49-F238E27FC236}">
                    <a16:creationId xmlns:a16="http://schemas.microsoft.com/office/drawing/2014/main" id="{2338C0D4-9428-42E5-97F7-41EF8F509E67}"/>
                  </a:ext>
                </a:extLst>
              </p:cNvPr>
              <p:cNvPicPr>
                <a:picLocks noChangeAspect="1"/>
              </p:cNvPicPr>
              <p:nvPr/>
            </p:nvPicPr>
            <p:blipFill>
              <a:blip r:embed="rId8"/>
              <a:stretch>
                <a:fillRect/>
              </a:stretch>
            </p:blipFill>
            <p:spPr>
              <a:xfrm>
                <a:off x="3783408" y="2780742"/>
                <a:ext cx="3253588" cy="1845156"/>
              </a:xfrm>
              <a:prstGeom prst="rect">
                <a:avLst/>
              </a:prstGeom>
            </p:spPr>
          </p:pic>
        </p:grpSp>
        <p:sp>
          <p:nvSpPr>
            <p:cNvPr id="14" name="TextBox 13">
              <a:extLst>
                <a:ext uri="{FF2B5EF4-FFF2-40B4-BE49-F238E27FC236}">
                  <a16:creationId xmlns:a16="http://schemas.microsoft.com/office/drawing/2014/main" id="{95DD4747-60B8-4123-9174-72501B298F03}"/>
                </a:ext>
              </a:extLst>
            </p:cNvPr>
            <p:cNvSpPr txBox="1"/>
            <p:nvPr/>
          </p:nvSpPr>
          <p:spPr>
            <a:xfrm>
              <a:off x="522926" y="3510110"/>
              <a:ext cx="1823258" cy="2998037"/>
            </a:xfrm>
            <a:prstGeom prst="rect">
              <a:avLst/>
            </a:prstGeom>
            <a:noFill/>
          </p:spPr>
          <p:txBody>
            <a:bodyPr wrap="square" rtlCol="0">
              <a:spAutoFit/>
            </a:bodyPr>
            <a:lstStyle/>
            <a:p>
              <a:r>
                <a:rPr lang="en-US" b="1" dirty="0">
                  <a:solidFill>
                    <a:schemeClr val="tx1"/>
                  </a:solidFill>
                </a:rPr>
                <a:t>Civil Engineering</a:t>
              </a:r>
              <a:br>
                <a:rPr lang="en-US" b="1" dirty="0">
                  <a:solidFill>
                    <a:schemeClr val="tx1"/>
                  </a:solidFill>
                </a:rPr>
              </a:br>
              <a:r>
                <a:rPr lang="en-US" b="1" dirty="0">
                  <a:solidFill>
                    <a:schemeClr val="tx1"/>
                  </a:solidFill>
                </a:rPr>
                <a:t> </a:t>
              </a:r>
            </a:p>
            <a:p>
              <a:r>
                <a:rPr lang="en-US" b="1" dirty="0">
                  <a:solidFill>
                    <a:schemeClr val="tx1"/>
                  </a:solidFill>
                </a:rPr>
                <a:t>Bridges, Roads,  Dams, Skyscrapers, Sewage Treatment</a:t>
              </a:r>
            </a:p>
          </p:txBody>
        </p:sp>
      </p:grpSp>
      <p:grpSp>
        <p:nvGrpSpPr>
          <p:cNvPr id="26" name="Group 25">
            <a:extLst>
              <a:ext uri="{FF2B5EF4-FFF2-40B4-BE49-F238E27FC236}">
                <a16:creationId xmlns:a16="http://schemas.microsoft.com/office/drawing/2014/main" id="{AFBBABE8-B27B-4391-A58C-728A7235AE2B}"/>
              </a:ext>
            </a:extLst>
          </p:cNvPr>
          <p:cNvGrpSpPr/>
          <p:nvPr/>
        </p:nvGrpSpPr>
        <p:grpSpPr>
          <a:xfrm>
            <a:off x="185331" y="3646211"/>
            <a:ext cx="8847986" cy="3219478"/>
            <a:chOff x="185331" y="3646211"/>
            <a:chExt cx="8847986" cy="3219478"/>
          </a:xfrm>
        </p:grpSpPr>
        <p:grpSp>
          <p:nvGrpSpPr>
            <p:cNvPr id="27" name="Group 26">
              <a:extLst>
                <a:ext uri="{FF2B5EF4-FFF2-40B4-BE49-F238E27FC236}">
                  <a16:creationId xmlns:a16="http://schemas.microsoft.com/office/drawing/2014/main" id="{3FD4FCEB-4C16-4C48-9BD7-7AF45A0BFFA8}"/>
                </a:ext>
              </a:extLst>
            </p:cNvPr>
            <p:cNvGrpSpPr/>
            <p:nvPr/>
          </p:nvGrpSpPr>
          <p:grpSpPr>
            <a:xfrm>
              <a:off x="2287454" y="3646211"/>
              <a:ext cx="6745863" cy="2954922"/>
              <a:chOff x="2287454" y="3646211"/>
              <a:chExt cx="6745863" cy="2954922"/>
            </a:xfrm>
          </p:grpSpPr>
          <p:pic>
            <p:nvPicPr>
              <p:cNvPr id="29" name="Picture 28">
                <a:extLst>
                  <a:ext uri="{FF2B5EF4-FFF2-40B4-BE49-F238E27FC236}">
                    <a16:creationId xmlns:a16="http://schemas.microsoft.com/office/drawing/2014/main" id="{E2CDBE42-77A7-452A-BB19-01247FC11D08}"/>
                  </a:ext>
                </a:extLst>
              </p:cNvPr>
              <p:cNvPicPr>
                <a:picLocks noChangeAspect="1"/>
              </p:cNvPicPr>
              <p:nvPr/>
            </p:nvPicPr>
            <p:blipFill>
              <a:blip r:embed="rId9"/>
              <a:stretch>
                <a:fillRect/>
              </a:stretch>
            </p:blipFill>
            <p:spPr>
              <a:xfrm>
                <a:off x="2314456" y="5109989"/>
                <a:ext cx="1990754" cy="1491144"/>
              </a:xfrm>
              <a:prstGeom prst="rect">
                <a:avLst/>
              </a:prstGeom>
            </p:spPr>
          </p:pic>
          <p:pic>
            <p:nvPicPr>
              <p:cNvPr id="30" name="Picture 29">
                <a:extLst>
                  <a:ext uri="{FF2B5EF4-FFF2-40B4-BE49-F238E27FC236}">
                    <a16:creationId xmlns:a16="http://schemas.microsoft.com/office/drawing/2014/main" id="{B06583F5-A2EC-46E6-AC14-4EDAEDBCAF36}"/>
                  </a:ext>
                </a:extLst>
              </p:cNvPr>
              <p:cNvPicPr>
                <a:picLocks noChangeAspect="1"/>
              </p:cNvPicPr>
              <p:nvPr/>
            </p:nvPicPr>
            <p:blipFill>
              <a:blip r:embed="rId10"/>
              <a:stretch>
                <a:fillRect/>
              </a:stretch>
            </p:blipFill>
            <p:spPr>
              <a:xfrm>
                <a:off x="4473946" y="5230477"/>
                <a:ext cx="2006193" cy="1335030"/>
              </a:xfrm>
              <a:prstGeom prst="rect">
                <a:avLst/>
              </a:prstGeom>
            </p:spPr>
          </p:pic>
          <p:pic>
            <p:nvPicPr>
              <p:cNvPr id="31" name="Picture 30">
                <a:extLst>
                  <a:ext uri="{FF2B5EF4-FFF2-40B4-BE49-F238E27FC236}">
                    <a16:creationId xmlns:a16="http://schemas.microsoft.com/office/drawing/2014/main" id="{3D656AE8-AE01-486A-97CA-C970680C138C}"/>
                  </a:ext>
                </a:extLst>
              </p:cNvPr>
              <p:cNvPicPr>
                <a:picLocks noChangeAspect="1"/>
              </p:cNvPicPr>
              <p:nvPr/>
            </p:nvPicPr>
            <p:blipFill>
              <a:blip r:embed="rId11"/>
              <a:stretch>
                <a:fillRect/>
              </a:stretch>
            </p:blipFill>
            <p:spPr>
              <a:xfrm>
                <a:off x="6575878" y="5203544"/>
                <a:ext cx="2376034" cy="1335029"/>
              </a:xfrm>
              <a:prstGeom prst="rect">
                <a:avLst/>
              </a:prstGeom>
            </p:spPr>
          </p:pic>
          <p:pic>
            <p:nvPicPr>
              <p:cNvPr id="32" name="Picture 31">
                <a:extLst>
                  <a:ext uri="{FF2B5EF4-FFF2-40B4-BE49-F238E27FC236}">
                    <a16:creationId xmlns:a16="http://schemas.microsoft.com/office/drawing/2014/main" id="{C1D92A67-7E85-4FE7-92A9-91CF8932D53A}"/>
                  </a:ext>
                </a:extLst>
              </p:cNvPr>
              <p:cNvPicPr>
                <a:picLocks noChangeAspect="1"/>
              </p:cNvPicPr>
              <p:nvPr/>
            </p:nvPicPr>
            <p:blipFill>
              <a:blip r:embed="rId12"/>
              <a:stretch>
                <a:fillRect/>
              </a:stretch>
            </p:blipFill>
            <p:spPr>
              <a:xfrm>
                <a:off x="2287454" y="3714393"/>
                <a:ext cx="2044757" cy="1302532"/>
              </a:xfrm>
              <a:prstGeom prst="rect">
                <a:avLst/>
              </a:prstGeom>
            </p:spPr>
          </p:pic>
          <p:pic>
            <p:nvPicPr>
              <p:cNvPr id="33" name="Picture 32">
                <a:extLst>
                  <a:ext uri="{FF2B5EF4-FFF2-40B4-BE49-F238E27FC236}">
                    <a16:creationId xmlns:a16="http://schemas.microsoft.com/office/drawing/2014/main" id="{2CAF66FF-2A62-44EE-BF0F-8481AF5973C8}"/>
                  </a:ext>
                </a:extLst>
              </p:cNvPr>
              <p:cNvPicPr>
                <a:picLocks noChangeAspect="1"/>
              </p:cNvPicPr>
              <p:nvPr/>
            </p:nvPicPr>
            <p:blipFill>
              <a:blip r:embed="rId13"/>
              <a:stretch>
                <a:fillRect/>
              </a:stretch>
            </p:blipFill>
            <p:spPr>
              <a:xfrm>
                <a:off x="4415662" y="3739275"/>
                <a:ext cx="2176462" cy="1277650"/>
              </a:xfrm>
              <a:prstGeom prst="rect">
                <a:avLst/>
              </a:prstGeom>
            </p:spPr>
          </p:pic>
          <p:pic>
            <p:nvPicPr>
              <p:cNvPr id="34" name="Picture 33">
                <a:extLst>
                  <a:ext uri="{FF2B5EF4-FFF2-40B4-BE49-F238E27FC236}">
                    <a16:creationId xmlns:a16="http://schemas.microsoft.com/office/drawing/2014/main" id="{06681B10-06BB-4D6F-9858-8052B3940BD3}"/>
                  </a:ext>
                </a:extLst>
              </p:cNvPr>
              <p:cNvPicPr>
                <a:picLocks noChangeAspect="1"/>
              </p:cNvPicPr>
              <p:nvPr/>
            </p:nvPicPr>
            <p:blipFill>
              <a:blip r:embed="rId14"/>
              <a:stretch>
                <a:fillRect/>
              </a:stretch>
            </p:blipFill>
            <p:spPr>
              <a:xfrm>
                <a:off x="6563326" y="3646211"/>
                <a:ext cx="1327324" cy="1463778"/>
              </a:xfrm>
              <a:prstGeom prst="rect">
                <a:avLst/>
              </a:prstGeom>
            </p:spPr>
          </p:pic>
          <p:pic>
            <p:nvPicPr>
              <p:cNvPr id="35" name="Picture 34">
                <a:extLst>
                  <a:ext uri="{FF2B5EF4-FFF2-40B4-BE49-F238E27FC236}">
                    <a16:creationId xmlns:a16="http://schemas.microsoft.com/office/drawing/2014/main" id="{0C7A04BA-C38D-48DB-92EF-3ACFF81A02DF}"/>
                  </a:ext>
                </a:extLst>
              </p:cNvPr>
              <p:cNvPicPr>
                <a:picLocks noChangeAspect="1"/>
              </p:cNvPicPr>
              <p:nvPr/>
            </p:nvPicPr>
            <p:blipFill>
              <a:blip r:embed="rId15"/>
              <a:stretch>
                <a:fillRect/>
              </a:stretch>
            </p:blipFill>
            <p:spPr>
              <a:xfrm>
                <a:off x="7657128" y="3733800"/>
                <a:ext cx="1376189" cy="1376189"/>
              </a:xfrm>
              <a:prstGeom prst="rect">
                <a:avLst/>
              </a:prstGeom>
            </p:spPr>
          </p:pic>
        </p:grpSp>
        <p:sp>
          <p:nvSpPr>
            <p:cNvPr id="28" name="TextBox 27">
              <a:extLst>
                <a:ext uri="{FF2B5EF4-FFF2-40B4-BE49-F238E27FC236}">
                  <a16:creationId xmlns:a16="http://schemas.microsoft.com/office/drawing/2014/main" id="{1410D149-70B7-4A11-9449-2C8F2106A6F5}"/>
                </a:ext>
              </a:extLst>
            </p:cNvPr>
            <p:cNvSpPr txBox="1"/>
            <p:nvPr/>
          </p:nvSpPr>
          <p:spPr>
            <a:xfrm>
              <a:off x="185331" y="3695590"/>
              <a:ext cx="2044757" cy="3170099"/>
            </a:xfrm>
            <a:prstGeom prst="rect">
              <a:avLst/>
            </a:prstGeom>
            <a:noFill/>
          </p:spPr>
          <p:txBody>
            <a:bodyPr wrap="square" rtlCol="0">
              <a:spAutoFit/>
            </a:bodyPr>
            <a:lstStyle/>
            <a:p>
              <a:r>
                <a:rPr lang="en-US" b="1" dirty="0">
                  <a:solidFill>
                    <a:schemeClr val="tx1"/>
                  </a:solidFill>
                </a:rPr>
                <a:t>Mechanical Engineering</a:t>
              </a:r>
              <a:br>
                <a:rPr lang="en-US" b="1" dirty="0">
                  <a:solidFill>
                    <a:schemeClr val="tx1"/>
                  </a:solidFill>
                </a:rPr>
              </a:br>
              <a:r>
                <a:rPr lang="en-US" b="1" dirty="0">
                  <a:solidFill>
                    <a:schemeClr val="tx1"/>
                  </a:solidFill>
                </a:rPr>
                <a:t> </a:t>
              </a:r>
            </a:p>
            <a:p>
              <a:r>
                <a:rPr lang="en-US" b="1" dirty="0">
                  <a:solidFill>
                    <a:schemeClr val="tx1"/>
                  </a:solidFill>
                </a:rPr>
                <a:t>Rockets, Trucks, Cars, Household Appliances, Airplanes, Machines in General</a:t>
              </a:r>
            </a:p>
          </p:txBody>
        </p:sp>
      </p:grpSp>
      <p:grpSp>
        <p:nvGrpSpPr>
          <p:cNvPr id="36" name="Group 35">
            <a:extLst>
              <a:ext uri="{FF2B5EF4-FFF2-40B4-BE49-F238E27FC236}">
                <a16:creationId xmlns:a16="http://schemas.microsoft.com/office/drawing/2014/main" id="{C8610D6D-AB98-49D3-A24E-EBAEC26000AE}"/>
              </a:ext>
            </a:extLst>
          </p:cNvPr>
          <p:cNvGrpSpPr/>
          <p:nvPr/>
        </p:nvGrpSpPr>
        <p:grpSpPr>
          <a:xfrm>
            <a:off x="152400" y="3424683"/>
            <a:ext cx="8678394" cy="3357117"/>
            <a:chOff x="310712" y="3231008"/>
            <a:chExt cx="8678394" cy="3357117"/>
          </a:xfrm>
        </p:grpSpPr>
        <p:sp>
          <p:nvSpPr>
            <p:cNvPr id="37" name="TextBox 36">
              <a:extLst>
                <a:ext uri="{FF2B5EF4-FFF2-40B4-BE49-F238E27FC236}">
                  <a16:creationId xmlns:a16="http://schemas.microsoft.com/office/drawing/2014/main" id="{BB458A16-5B29-4055-8089-9F359C7811FC}"/>
                </a:ext>
              </a:extLst>
            </p:cNvPr>
            <p:cNvSpPr txBox="1"/>
            <p:nvPr/>
          </p:nvSpPr>
          <p:spPr>
            <a:xfrm>
              <a:off x="310712" y="3457699"/>
              <a:ext cx="2176869" cy="2862322"/>
            </a:xfrm>
            <a:prstGeom prst="rect">
              <a:avLst/>
            </a:prstGeom>
            <a:noFill/>
          </p:spPr>
          <p:txBody>
            <a:bodyPr wrap="square" rtlCol="0">
              <a:spAutoFit/>
            </a:bodyPr>
            <a:lstStyle/>
            <a:p>
              <a:r>
                <a:rPr lang="en-US" b="1" dirty="0">
                  <a:solidFill>
                    <a:schemeClr val="tx1"/>
                  </a:solidFill>
                </a:rPr>
                <a:t>Electrical Engineering</a:t>
              </a:r>
              <a:br>
                <a:rPr lang="en-US" b="1" dirty="0">
                  <a:solidFill>
                    <a:schemeClr val="tx1"/>
                  </a:solidFill>
                </a:rPr>
              </a:br>
              <a:r>
                <a:rPr lang="en-US" b="1" dirty="0">
                  <a:solidFill>
                    <a:schemeClr val="tx1"/>
                  </a:solidFill>
                </a:rPr>
                <a:t> </a:t>
              </a:r>
            </a:p>
            <a:p>
              <a:r>
                <a:rPr lang="en-US" b="1" dirty="0">
                  <a:solidFill>
                    <a:schemeClr val="tx1"/>
                  </a:solidFill>
                </a:rPr>
                <a:t>Computers, Phones, Communication Infrastructure, General Electronics</a:t>
              </a:r>
            </a:p>
          </p:txBody>
        </p:sp>
        <p:grpSp>
          <p:nvGrpSpPr>
            <p:cNvPr id="38" name="Group 37">
              <a:extLst>
                <a:ext uri="{FF2B5EF4-FFF2-40B4-BE49-F238E27FC236}">
                  <a16:creationId xmlns:a16="http://schemas.microsoft.com/office/drawing/2014/main" id="{00539BBC-001D-4514-911B-6ABF482BCC2E}"/>
                </a:ext>
              </a:extLst>
            </p:cNvPr>
            <p:cNvGrpSpPr/>
            <p:nvPr/>
          </p:nvGrpSpPr>
          <p:grpSpPr>
            <a:xfrm>
              <a:off x="2537815" y="3231008"/>
              <a:ext cx="6451291" cy="3357117"/>
              <a:chOff x="2537815" y="3231008"/>
              <a:chExt cx="6451291" cy="3357117"/>
            </a:xfrm>
          </p:grpSpPr>
          <p:pic>
            <p:nvPicPr>
              <p:cNvPr id="39" name="Picture 38">
                <a:extLst>
                  <a:ext uri="{FF2B5EF4-FFF2-40B4-BE49-F238E27FC236}">
                    <a16:creationId xmlns:a16="http://schemas.microsoft.com/office/drawing/2014/main" id="{D9EBEAFD-1EA5-41E3-BA7F-0B7B1E8F51C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504380" y="4974083"/>
                <a:ext cx="2443760" cy="1531652"/>
              </a:xfrm>
              <a:prstGeom prst="rect">
                <a:avLst/>
              </a:prstGeom>
            </p:spPr>
          </p:pic>
          <p:pic>
            <p:nvPicPr>
              <p:cNvPr id="40" name="Picture 39">
                <a:extLst>
                  <a:ext uri="{FF2B5EF4-FFF2-40B4-BE49-F238E27FC236}">
                    <a16:creationId xmlns:a16="http://schemas.microsoft.com/office/drawing/2014/main" id="{2D8EFF00-D89F-484D-86CC-FC7C85DDBB0F}"/>
                  </a:ext>
                </a:extLst>
              </p:cNvPr>
              <p:cNvPicPr>
                <a:picLocks noChangeAspect="1"/>
              </p:cNvPicPr>
              <p:nvPr/>
            </p:nvPicPr>
            <p:blipFill>
              <a:blip r:embed="rId17"/>
              <a:stretch>
                <a:fillRect/>
              </a:stretch>
            </p:blipFill>
            <p:spPr>
              <a:xfrm>
                <a:off x="6369731" y="3231008"/>
                <a:ext cx="2619375" cy="1743075"/>
              </a:xfrm>
              <a:prstGeom prst="rect">
                <a:avLst/>
              </a:prstGeom>
            </p:spPr>
          </p:pic>
          <p:pic>
            <p:nvPicPr>
              <p:cNvPr id="41" name="Picture 40">
                <a:extLst>
                  <a:ext uri="{FF2B5EF4-FFF2-40B4-BE49-F238E27FC236}">
                    <a16:creationId xmlns:a16="http://schemas.microsoft.com/office/drawing/2014/main" id="{416F7CB3-F02A-459C-82C2-DAC573B80A8F}"/>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537815" y="5096683"/>
                <a:ext cx="1283907" cy="1398032"/>
              </a:xfrm>
              <a:prstGeom prst="rect">
                <a:avLst/>
              </a:prstGeom>
            </p:spPr>
          </p:pic>
          <p:pic>
            <p:nvPicPr>
              <p:cNvPr id="42" name="Picture 41">
                <a:extLst>
                  <a:ext uri="{FF2B5EF4-FFF2-40B4-BE49-F238E27FC236}">
                    <a16:creationId xmlns:a16="http://schemas.microsoft.com/office/drawing/2014/main" id="{5858013B-B4C4-4A90-9921-842BC15A0341}"/>
                  </a:ext>
                </a:extLst>
              </p:cNvPr>
              <p:cNvPicPr>
                <a:picLocks noChangeAspect="1"/>
              </p:cNvPicPr>
              <p:nvPr/>
            </p:nvPicPr>
            <p:blipFill>
              <a:blip r:embed="rId19"/>
              <a:stretch>
                <a:fillRect/>
              </a:stretch>
            </p:blipFill>
            <p:spPr>
              <a:xfrm>
                <a:off x="2890684" y="3263665"/>
                <a:ext cx="3252941" cy="1710418"/>
              </a:xfrm>
              <a:prstGeom prst="rect">
                <a:avLst/>
              </a:prstGeom>
            </p:spPr>
          </p:pic>
          <p:pic>
            <p:nvPicPr>
              <p:cNvPr id="43" name="Picture 42">
                <a:extLst>
                  <a:ext uri="{FF2B5EF4-FFF2-40B4-BE49-F238E27FC236}">
                    <a16:creationId xmlns:a16="http://schemas.microsoft.com/office/drawing/2014/main" id="{373815DE-0E44-45F7-9298-3237C0FA2EB2}"/>
                  </a:ext>
                </a:extLst>
              </p:cNvPr>
              <p:cNvPicPr>
                <a:picLocks noChangeAspect="1"/>
              </p:cNvPicPr>
              <p:nvPr/>
            </p:nvPicPr>
            <p:blipFill rotWithShape="1">
              <a:blip r:embed="rId20">
                <a:extLst>
                  <a:ext uri="{28A0092B-C50C-407E-A947-70E740481C1C}">
                    <a14:useLocalDpi xmlns:a14="http://schemas.microsoft.com/office/drawing/2010/main" val="0"/>
                  </a:ext>
                </a:extLst>
              </a:blip>
              <a:srcRect r="9818"/>
              <a:stretch/>
            </p:blipFill>
            <p:spPr>
              <a:xfrm>
                <a:off x="3863757" y="5096683"/>
                <a:ext cx="2590389" cy="1491442"/>
              </a:xfrm>
              <a:prstGeom prst="rect">
                <a:avLst/>
              </a:prstGeom>
            </p:spPr>
          </p:pic>
        </p:grpSp>
      </p:grpSp>
      <p:grpSp>
        <p:nvGrpSpPr>
          <p:cNvPr id="44" name="Group 43">
            <a:extLst>
              <a:ext uri="{FF2B5EF4-FFF2-40B4-BE49-F238E27FC236}">
                <a16:creationId xmlns:a16="http://schemas.microsoft.com/office/drawing/2014/main" id="{D4D498A5-EA3B-46C4-8B9E-A97D62879C2E}"/>
              </a:ext>
            </a:extLst>
          </p:cNvPr>
          <p:cNvGrpSpPr/>
          <p:nvPr/>
        </p:nvGrpSpPr>
        <p:grpSpPr>
          <a:xfrm>
            <a:off x="602401" y="4283881"/>
            <a:ext cx="8164763" cy="2514600"/>
            <a:chOff x="276225" y="3402339"/>
            <a:chExt cx="8835550" cy="3303261"/>
          </a:xfrm>
        </p:grpSpPr>
        <p:pic>
          <p:nvPicPr>
            <p:cNvPr id="45" name="Picture 44">
              <a:extLst>
                <a:ext uri="{FF2B5EF4-FFF2-40B4-BE49-F238E27FC236}">
                  <a16:creationId xmlns:a16="http://schemas.microsoft.com/office/drawing/2014/main" id="{BAD2E5A8-A893-4AA4-A0D8-646D7327946B}"/>
                </a:ext>
              </a:extLst>
            </p:cNvPr>
            <p:cNvPicPr>
              <a:picLocks noChangeAspect="1"/>
            </p:cNvPicPr>
            <p:nvPr/>
          </p:nvPicPr>
          <p:blipFill rotWithShape="1">
            <a:blip r:embed="rId21">
              <a:extLst>
                <a:ext uri="{28A0092B-C50C-407E-A947-70E740481C1C}">
                  <a14:useLocalDpi xmlns:a14="http://schemas.microsoft.com/office/drawing/2010/main" val="0"/>
                </a:ext>
              </a:extLst>
            </a:blip>
            <a:srcRect l="32000"/>
            <a:stretch/>
          </p:blipFill>
          <p:spPr>
            <a:xfrm>
              <a:off x="6881338" y="5105400"/>
              <a:ext cx="1943100" cy="1600200"/>
            </a:xfrm>
            <a:prstGeom prst="rect">
              <a:avLst/>
            </a:prstGeom>
          </p:spPr>
        </p:pic>
        <p:pic>
          <p:nvPicPr>
            <p:cNvPr id="46" name="Picture 45">
              <a:extLst>
                <a:ext uri="{FF2B5EF4-FFF2-40B4-BE49-F238E27FC236}">
                  <a16:creationId xmlns:a16="http://schemas.microsoft.com/office/drawing/2014/main" id="{2BA8E4CC-A87B-44B4-9772-D340325ED917}"/>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6492400" y="3402339"/>
              <a:ext cx="2619375" cy="1743075"/>
            </a:xfrm>
            <a:prstGeom prst="rect">
              <a:avLst/>
            </a:prstGeom>
          </p:spPr>
        </p:pic>
        <p:pic>
          <p:nvPicPr>
            <p:cNvPr id="47" name="Picture 46">
              <a:extLst>
                <a:ext uri="{FF2B5EF4-FFF2-40B4-BE49-F238E27FC236}">
                  <a16:creationId xmlns:a16="http://schemas.microsoft.com/office/drawing/2014/main" id="{8319AC3F-D47F-441F-99C7-426C9C4B7125}"/>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895600" y="3414214"/>
              <a:ext cx="3596800" cy="1479826"/>
            </a:xfrm>
            <a:prstGeom prst="rect">
              <a:avLst/>
            </a:prstGeom>
          </p:spPr>
        </p:pic>
        <p:pic>
          <p:nvPicPr>
            <p:cNvPr id="48" name="Picture 47">
              <a:extLst>
                <a:ext uri="{FF2B5EF4-FFF2-40B4-BE49-F238E27FC236}">
                  <a16:creationId xmlns:a16="http://schemas.microsoft.com/office/drawing/2014/main" id="{F74DF3D4-DEA2-463A-800C-9700B5A7C87C}"/>
                </a:ext>
              </a:extLst>
            </p:cNvPr>
            <p:cNvPicPr>
              <a:picLocks noChangeAspect="1"/>
            </p:cNvPicPr>
            <p:nvPr/>
          </p:nvPicPr>
          <p:blipFill>
            <a:blip r:embed="rId24"/>
            <a:stretch>
              <a:fillRect/>
            </a:stretch>
          </p:blipFill>
          <p:spPr>
            <a:xfrm>
              <a:off x="3261518" y="4962525"/>
              <a:ext cx="2619375" cy="1743075"/>
            </a:xfrm>
            <a:prstGeom prst="rect">
              <a:avLst/>
            </a:prstGeom>
          </p:spPr>
        </p:pic>
        <p:pic>
          <p:nvPicPr>
            <p:cNvPr id="49" name="Picture 48">
              <a:extLst>
                <a:ext uri="{FF2B5EF4-FFF2-40B4-BE49-F238E27FC236}">
                  <a16:creationId xmlns:a16="http://schemas.microsoft.com/office/drawing/2014/main" id="{BDC114CA-EED0-4229-8D9C-039869F5539A}"/>
                </a:ext>
              </a:extLst>
            </p:cNvPr>
            <p:cNvPicPr>
              <a:picLocks noChangeAspect="1"/>
            </p:cNvPicPr>
            <p:nvPr/>
          </p:nvPicPr>
          <p:blipFill>
            <a:blip r:embed="rId25"/>
            <a:stretch>
              <a:fillRect/>
            </a:stretch>
          </p:blipFill>
          <p:spPr>
            <a:xfrm>
              <a:off x="276225" y="4905915"/>
              <a:ext cx="2619375" cy="1743075"/>
            </a:xfrm>
            <a:prstGeom prst="rect">
              <a:avLst/>
            </a:prstGeom>
          </p:spPr>
        </p:pic>
        <p:pic>
          <p:nvPicPr>
            <p:cNvPr id="50" name="Picture 49">
              <a:extLst>
                <a:ext uri="{FF2B5EF4-FFF2-40B4-BE49-F238E27FC236}">
                  <a16:creationId xmlns:a16="http://schemas.microsoft.com/office/drawing/2014/main" id="{43E65C17-DC2B-4CB3-853D-BDF0BA12CD45}"/>
                </a:ext>
              </a:extLst>
            </p:cNvPr>
            <p:cNvPicPr>
              <a:picLocks noChangeAspect="1"/>
            </p:cNvPicPr>
            <p:nvPr/>
          </p:nvPicPr>
          <p:blipFill rotWithShape="1">
            <a:blip r:embed="rId26"/>
            <a:srcRect t="6845"/>
            <a:stretch/>
          </p:blipFill>
          <p:spPr>
            <a:xfrm>
              <a:off x="352424" y="3429000"/>
              <a:ext cx="2466975" cy="1721362"/>
            </a:xfrm>
            <a:prstGeom prst="rect">
              <a:avLst/>
            </a:prstGeom>
          </p:spPr>
        </p:pic>
      </p:grpSp>
    </p:spTree>
    <p:extLst>
      <p:ext uri="{BB962C8B-B14F-4D97-AF65-F5344CB8AC3E}">
        <p14:creationId xmlns:p14="http://schemas.microsoft.com/office/powerpoint/2010/main" val="1860296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par>
                                <p:cTn id="27" presetID="2" presetClass="exit" presetSubtype="4" fill="hold" nodeType="withEffect">
                                  <p:stCondLst>
                                    <p:cond delay="0"/>
                                  </p:stCondLst>
                                  <p:childTnLst>
                                    <p:anim calcmode="lin" valueType="num">
                                      <p:cBhvr additive="base">
                                        <p:cTn id="28" dur="500"/>
                                        <p:tgtEl>
                                          <p:spTgt spid="19"/>
                                        </p:tgtEl>
                                        <p:attrNameLst>
                                          <p:attrName>ppt_x</p:attrName>
                                        </p:attrNameLst>
                                      </p:cBhvr>
                                      <p:tavLst>
                                        <p:tav tm="0">
                                          <p:val>
                                            <p:strVal val="ppt_x"/>
                                          </p:val>
                                        </p:tav>
                                        <p:tav tm="100000">
                                          <p:val>
                                            <p:strVal val="ppt_x"/>
                                          </p:val>
                                        </p:tav>
                                      </p:tavLst>
                                    </p:anim>
                                    <p:anim calcmode="lin" valueType="num">
                                      <p:cBhvr additive="base">
                                        <p:cTn id="29" dur="500"/>
                                        <p:tgtEl>
                                          <p:spTgt spid="19"/>
                                        </p:tgtEl>
                                        <p:attrNameLst>
                                          <p:attrName>ppt_y</p:attrName>
                                        </p:attrNameLst>
                                      </p:cBhvr>
                                      <p:tavLst>
                                        <p:tav tm="0">
                                          <p:val>
                                            <p:strVal val="ppt_y"/>
                                          </p:val>
                                        </p:tav>
                                        <p:tav tm="100000">
                                          <p:val>
                                            <p:strVal val="1+ppt_h/2"/>
                                          </p:val>
                                        </p:tav>
                                      </p:tavLst>
                                    </p:anim>
                                    <p:set>
                                      <p:cBhvr>
                                        <p:cTn id="30" dur="1" fill="hold">
                                          <p:stCondLst>
                                            <p:cond delay="499"/>
                                          </p:stCondLst>
                                        </p:cTn>
                                        <p:tgtEl>
                                          <p:spTgt spid="1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 presetClass="exit" presetSubtype="4" fill="hold" nodeType="clickEffect">
                                  <p:stCondLst>
                                    <p:cond delay="0"/>
                                  </p:stCondLst>
                                  <p:childTnLst>
                                    <p:anim calcmode="lin" valueType="num">
                                      <p:cBhvr additive="base">
                                        <p:cTn id="34" dur="500"/>
                                        <p:tgtEl>
                                          <p:spTgt spid="12"/>
                                        </p:tgtEl>
                                        <p:attrNameLst>
                                          <p:attrName>ppt_x</p:attrName>
                                        </p:attrNameLst>
                                      </p:cBhvr>
                                      <p:tavLst>
                                        <p:tav tm="0">
                                          <p:val>
                                            <p:strVal val="ppt_x"/>
                                          </p:val>
                                        </p:tav>
                                        <p:tav tm="100000">
                                          <p:val>
                                            <p:strVal val="ppt_x"/>
                                          </p:val>
                                        </p:tav>
                                      </p:tavLst>
                                    </p:anim>
                                    <p:anim calcmode="lin" valueType="num">
                                      <p:cBhvr additive="base">
                                        <p:cTn id="35" dur="500"/>
                                        <p:tgtEl>
                                          <p:spTgt spid="12"/>
                                        </p:tgtEl>
                                        <p:attrNameLst>
                                          <p:attrName>ppt_y</p:attrName>
                                        </p:attrNameLst>
                                      </p:cBhvr>
                                      <p:tavLst>
                                        <p:tav tm="0">
                                          <p:val>
                                            <p:strVal val="ppt_y"/>
                                          </p:val>
                                        </p:tav>
                                        <p:tav tm="100000">
                                          <p:val>
                                            <p:strVal val="1+ppt_h/2"/>
                                          </p:val>
                                        </p:tav>
                                      </p:tavLst>
                                    </p:anim>
                                    <p:set>
                                      <p:cBhvr>
                                        <p:cTn id="36" dur="1" fill="hold">
                                          <p:stCondLst>
                                            <p:cond delay="499"/>
                                          </p:stCondLst>
                                        </p:cTn>
                                        <p:tgtEl>
                                          <p:spTgt spid="12"/>
                                        </p:tgtEl>
                                        <p:attrNameLst>
                                          <p:attrName>style.visibility</p:attrName>
                                        </p:attrNameLst>
                                      </p:cBhvr>
                                      <p:to>
                                        <p:strVal val="hidden"/>
                                      </p:to>
                                    </p:set>
                                  </p:childTnLst>
                                </p:cTn>
                              </p:par>
                              <p:par>
                                <p:cTn id="37" presetID="2" presetClass="entr" presetSubtype="4"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additive="base">
                                        <p:cTn id="39" dur="500" fill="hold"/>
                                        <p:tgtEl>
                                          <p:spTgt spid="26"/>
                                        </p:tgtEl>
                                        <p:attrNameLst>
                                          <p:attrName>ppt_x</p:attrName>
                                        </p:attrNameLst>
                                      </p:cBhvr>
                                      <p:tavLst>
                                        <p:tav tm="0">
                                          <p:val>
                                            <p:strVal val="#ppt_x"/>
                                          </p:val>
                                        </p:tav>
                                        <p:tav tm="100000">
                                          <p:val>
                                            <p:strVal val="#ppt_x"/>
                                          </p:val>
                                        </p:tav>
                                      </p:tavLst>
                                    </p:anim>
                                    <p:anim calcmode="lin" valueType="num">
                                      <p:cBhvr additive="base">
                                        <p:cTn id="4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nodeType="clickEffect">
                                  <p:stCondLst>
                                    <p:cond delay="0"/>
                                  </p:stCondLst>
                                  <p:childTnLst>
                                    <p:anim calcmode="lin" valueType="num">
                                      <p:cBhvr additive="base">
                                        <p:cTn id="44" dur="500"/>
                                        <p:tgtEl>
                                          <p:spTgt spid="26"/>
                                        </p:tgtEl>
                                        <p:attrNameLst>
                                          <p:attrName>ppt_x</p:attrName>
                                        </p:attrNameLst>
                                      </p:cBhvr>
                                      <p:tavLst>
                                        <p:tav tm="0">
                                          <p:val>
                                            <p:strVal val="ppt_x"/>
                                          </p:val>
                                        </p:tav>
                                        <p:tav tm="100000">
                                          <p:val>
                                            <p:strVal val="ppt_x"/>
                                          </p:val>
                                        </p:tav>
                                      </p:tavLst>
                                    </p:anim>
                                    <p:anim calcmode="lin" valueType="num">
                                      <p:cBhvr additive="base">
                                        <p:cTn id="45" dur="500"/>
                                        <p:tgtEl>
                                          <p:spTgt spid="26"/>
                                        </p:tgtEl>
                                        <p:attrNameLst>
                                          <p:attrName>ppt_y</p:attrName>
                                        </p:attrNameLst>
                                      </p:cBhvr>
                                      <p:tavLst>
                                        <p:tav tm="0">
                                          <p:val>
                                            <p:strVal val="ppt_y"/>
                                          </p:val>
                                        </p:tav>
                                        <p:tav tm="100000">
                                          <p:val>
                                            <p:strVal val="1+ppt_h/2"/>
                                          </p:val>
                                        </p:tav>
                                      </p:tavLst>
                                    </p:anim>
                                    <p:set>
                                      <p:cBhvr>
                                        <p:cTn id="46" dur="1" fill="hold">
                                          <p:stCondLst>
                                            <p:cond delay="499"/>
                                          </p:stCondLst>
                                        </p:cTn>
                                        <p:tgtEl>
                                          <p:spTgt spid="26"/>
                                        </p:tgtEl>
                                        <p:attrNameLst>
                                          <p:attrName>style.visibility</p:attrName>
                                        </p:attrNameLst>
                                      </p:cBhvr>
                                      <p:to>
                                        <p:strVal val="hidden"/>
                                      </p:to>
                                    </p:set>
                                  </p:childTnLst>
                                </p:cTn>
                              </p:par>
                              <p:par>
                                <p:cTn id="47" presetID="2" presetClass="entr" presetSubtype="4" fill="hold" nodeType="withEffect">
                                  <p:stCondLst>
                                    <p:cond delay="0"/>
                                  </p:stCondLst>
                                  <p:childTnLst>
                                    <p:set>
                                      <p:cBhvr>
                                        <p:cTn id="48" dur="1" fill="hold">
                                          <p:stCondLst>
                                            <p:cond delay="0"/>
                                          </p:stCondLst>
                                        </p:cTn>
                                        <p:tgtEl>
                                          <p:spTgt spid="36"/>
                                        </p:tgtEl>
                                        <p:attrNameLst>
                                          <p:attrName>style.visibility</p:attrName>
                                        </p:attrNameLst>
                                      </p:cBhvr>
                                      <p:to>
                                        <p:strVal val="visible"/>
                                      </p:to>
                                    </p:set>
                                    <p:anim calcmode="lin" valueType="num">
                                      <p:cBhvr additive="base">
                                        <p:cTn id="49" dur="500" fill="hold"/>
                                        <p:tgtEl>
                                          <p:spTgt spid="36"/>
                                        </p:tgtEl>
                                        <p:attrNameLst>
                                          <p:attrName>ppt_x</p:attrName>
                                        </p:attrNameLst>
                                      </p:cBhvr>
                                      <p:tavLst>
                                        <p:tav tm="0">
                                          <p:val>
                                            <p:strVal val="#ppt_x"/>
                                          </p:val>
                                        </p:tav>
                                        <p:tav tm="100000">
                                          <p:val>
                                            <p:strVal val="#ppt_x"/>
                                          </p:val>
                                        </p:tav>
                                      </p:tavLst>
                                    </p:anim>
                                    <p:anim calcmode="lin" valueType="num">
                                      <p:cBhvr additive="base">
                                        <p:cTn id="5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 calcmode="lin" valueType="num">
                                      <p:cBhvr additive="base">
                                        <p:cTn id="5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6" end="6"/>
                                            </p:txEl>
                                          </p:spTgt>
                                        </p:tgtEl>
                                        <p:attrNameLst>
                                          <p:attrName>style.visibility</p:attrName>
                                        </p:attrNameLst>
                                      </p:cBhvr>
                                      <p:to>
                                        <p:strVal val="visible"/>
                                      </p:to>
                                    </p:set>
                                    <p:anim calcmode="lin" valueType="num">
                                      <p:cBhvr additive="base">
                                        <p:cTn id="5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61" presetID="2" presetClass="exit" presetSubtype="4" fill="hold" nodeType="withEffect">
                                  <p:stCondLst>
                                    <p:cond delay="0"/>
                                  </p:stCondLst>
                                  <p:childTnLst>
                                    <p:anim calcmode="lin" valueType="num">
                                      <p:cBhvr additive="base">
                                        <p:cTn id="62" dur="500"/>
                                        <p:tgtEl>
                                          <p:spTgt spid="36"/>
                                        </p:tgtEl>
                                        <p:attrNameLst>
                                          <p:attrName>ppt_x</p:attrName>
                                        </p:attrNameLst>
                                      </p:cBhvr>
                                      <p:tavLst>
                                        <p:tav tm="0">
                                          <p:val>
                                            <p:strVal val="ppt_x"/>
                                          </p:val>
                                        </p:tav>
                                        <p:tav tm="100000">
                                          <p:val>
                                            <p:strVal val="ppt_x"/>
                                          </p:val>
                                        </p:tav>
                                      </p:tavLst>
                                    </p:anim>
                                    <p:anim calcmode="lin" valueType="num">
                                      <p:cBhvr additive="base">
                                        <p:cTn id="63" dur="500"/>
                                        <p:tgtEl>
                                          <p:spTgt spid="36"/>
                                        </p:tgtEl>
                                        <p:attrNameLst>
                                          <p:attrName>ppt_y</p:attrName>
                                        </p:attrNameLst>
                                      </p:cBhvr>
                                      <p:tavLst>
                                        <p:tav tm="0">
                                          <p:val>
                                            <p:strVal val="ppt_y"/>
                                          </p:val>
                                        </p:tav>
                                        <p:tav tm="100000">
                                          <p:val>
                                            <p:strVal val="1+ppt_h/2"/>
                                          </p:val>
                                        </p:tav>
                                      </p:tavLst>
                                    </p:anim>
                                    <p:set>
                                      <p:cBhvr>
                                        <p:cTn id="64" dur="1" fill="hold">
                                          <p:stCondLst>
                                            <p:cond delay="499"/>
                                          </p:stCondLst>
                                        </p:cTn>
                                        <p:tgtEl>
                                          <p:spTgt spid="36"/>
                                        </p:tgtEl>
                                        <p:attrNameLst>
                                          <p:attrName>style.visibility</p:attrName>
                                        </p:attrNameLst>
                                      </p:cBhvr>
                                      <p:to>
                                        <p:strVal val="hidden"/>
                                      </p:to>
                                    </p:set>
                                  </p:childTnLst>
                                </p:cTn>
                              </p:par>
                              <p:par>
                                <p:cTn id="65" presetID="2" presetClass="entr" presetSubtype="4" fill="hold" nodeType="withEffect">
                                  <p:stCondLst>
                                    <p:cond delay="0"/>
                                  </p:stCondLst>
                                  <p:childTnLst>
                                    <p:set>
                                      <p:cBhvr>
                                        <p:cTn id="66" dur="1" fill="hold">
                                          <p:stCondLst>
                                            <p:cond delay="0"/>
                                          </p:stCondLst>
                                        </p:cTn>
                                        <p:tgtEl>
                                          <p:spTgt spid="44"/>
                                        </p:tgtEl>
                                        <p:attrNameLst>
                                          <p:attrName>style.visibility</p:attrName>
                                        </p:attrNameLst>
                                      </p:cBhvr>
                                      <p:to>
                                        <p:strVal val="visible"/>
                                      </p:to>
                                    </p:set>
                                    <p:anim calcmode="lin" valueType="num">
                                      <p:cBhvr additive="base">
                                        <p:cTn id="67" dur="500" fill="hold"/>
                                        <p:tgtEl>
                                          <p:spTgt spid="44"/>
                                        </p:tgtEl>
                                        <p:attrNameLst>
                                          <p:attrName>ppt_x</p:attrName>
                                        </p:attrNameLst>
                                      </p:cBhvr>
                                      <p:tavLst>
                                        <p:tav tm="0">
                                          <p:val>
                                            <p:strVal val="#ppt_x"/>
                                          </p:val>
                                        </p:tav>
                                        <p:tav tm="100000">
                                          <p:val>
                                            <p:strVal val="#ppt_x"/>
                                          </p:val>
                                        </p:tav>
                                      </p:tavLst>
                                    </p:anim>
                                    <p:anim calcmode="lin" valueType="num">
                                      <p:cBhvr additive="base">
                                        <p:cTn id="6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7" end="7"/>
                                            </p:txEl>
                                          </p:spTgt>
                                        </p:tgtEl>
                                        <p:attrNameLst>
                                          <p:attrName>style.visibility</p:attrName>
                                        </p:attrNameLst>
                                      </p:cBhvr>
                                      <p:to>
                                        <p:strVal val="visible"/>
                                      </p:to>
                                    </p:set>
                                    <p:anim calcmode="lin" valueType="num">
                                      <p:cBhvr additive="base">
                                        <p:cTn id="7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3">
                                            <p:txEl>
                                              <p:pRg st="8" end="8"/>
                                            </p:txEl>
                                          </p:spTgt>
                                        </p:tgtEl>
                                        <p:attrNameLst>
                                          <p:attrName>style.visibility</p:attrName>
                                        </p:attrNameLst>
                                      </p:cBhvr>
                                      <p:to>
                                        <p:strVal val="visible"/>
                                      </p:to>
                                    </p:set>
                                    <p:anim calcmode="lin" valueType="num">
                                      <p:cBhvr additive="base">
                                        <p:cTn id="7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3">
                                            <p:txEl>
                                              <p:pRg st="9" end="9"/>
                                            </p:txEl>
                                          </p:spTgt>
                                        </p:tgtEl>
                                        <p:attrNameLst>
                                          <p:attrName>style.visibility</p:attrName>
                                        </p:attrNameLst>
                                      </p:cBhvr>
                                      <p:to>
                                        <p:strVal val="visible"/>
                                      </p:to>
                                    </p:set>
                                    <p:anim calcmode="lin" valueType="num">
                                      <p:cBhvr additive="base">
                                        <p:cTn id="8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3">
                                            <p:txEl>
                                              <p:pRg st="10" end="10"/>
                                            </p:txEl>
                                          </p:spTgt>
                                        </p:tgtEl>
                                        <p:attrNameLst>
                                          <p:attrName>style.visibility</p:attrName>
                                        </p:attrNameLst>
                                      </p:cBhvr>
                                      <p:to>
                                        <p:strVal val="visible"/>
                                      </p:to>
                                    </p:set>
                                    <p:anim calcmode="lin" valueType="num">
                                      <p:cBhvr additive="base">
                                        <p:cTn id="8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3">
                                            <p:txEl>
                                              <p:pRg st="11" end="11"/>
                                            </p:txEl>
                                          </p:spTgt>
                                        </p:tgtEl>
                                        <p:attrNameLst>
                                          <p:attrName>style.visibility</p:attrName>
                                        </p:attrNameLst>
                                      </p:cBhvr>
                                      <p:to>
                                        <p:strVal val="visible"/>
                                      </p:to>
                                    </p:set>
                                    <p:anim calcmode="lin" valueType="num">
                                      <p:cBhvr additive="base">
                                        <p:cTn id="8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91" presetID="2" presetClass="exit" presetSubtype="4" fill="hold" nodeType="withEffect">
                                  <p:stCondLst>
                                    <p:cond delay="0"/>
                                  </p:stCondLst>
                                  <p:childTnLst>
                                    <p:anim calcmode="lin" valueType="num">
                                      <p:cBhvr additive="base">
                                        <p:cTn id="92" dur="500"/>
                                        <p:tgtEl>
                                          <p:spTgt spid="44"/>
                                        </p:tgtEl>
                                        <p:attrNameLst>
                                          <p:attrName>ppt_x</p:attrName>
                                        </p:attrNameLst>
                                      </p:cBhvr>
                                      <p:tavLst>
                                        <p:tav tm="0">
                                          <p:val>
                                            <p:strVal val="ppt_x"/>
                                          </p:val>
                                        </p:tav>
                                        <p:tav tm="100000">
                                          <p:val>
                                            <p:strVal val="ppt_x"/>
                                          </p:val>
                                        </p:tav>
                                      </p:tavLst>
                                    </p:anim>
                                    <p:anim calcmode="lin" valueType="num">
                                      <p:cBhvr additive="base">
                                        <p:cTn id="93" dur="500"/>
                                        <p:tgtEl>
                                          <p:spTgt spid="44"/>
                                        </p:tgtEl>
                                        <p:attrNameLst>
                                          <p:attrName>ppt_y</p:attrName>
                                        </p:attrNameLst>
                                      </p:cBhvr>
                                      <p:tavLst>
                                        <p:tav tm="0">
                                          <p:val>
                                            <p:strVal val="ppt_y"/>
                                          </p:val>
                                        </p:tav>
                                        <p:tav tm="100000">
                                          <p:val>
                                            <p:strVal val="1+ppt_h/2"/>
                                          </p:val>
                                        </p:tav>
                                      </p:tavLst>
                                    </p:anim>
                                    <p:set>
                                      <p:cBhvr>
                                        <p:cTn id="94" dur="1" fill="hold">
                                          <p:stCondLst>
                                            <p:cond delay="499"/>
                                          </p:stCondLst>
                                        </p:cTn>
                                        <p:tgtEl>
                                          <p:spTgt spid="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7A773-0AAD-4483-812F-E35A3C64CED7}"/>
              </a:ext>
            </a:extLst>
          </p:cNvPr>
          <p:cNvSpPr>
            <a:spLocks noGrp="1"/>
          </p:cNvSpPr>
          <p:nvPr>
            <p:ph type="title"/>
          </p:nvPr>
        </p:nvSpPr>
        <p:spPr>
          <a:xfrm>
            <a:off x="990600" y="0"/>
            <a:ext cx="7161213" cy="1084263"/>
          </a:xfrm>
        </p:spPr>
        <p:txBody>
          <a:bodyPr/>
          <a:lstStyle/>
          <a:p>
            <a:r>
              <a:rPr lang="en-US" dirty="0"/>
              <a:t>Educational Requirements</a:t>
            </a:r>
          </a:p>
        </p:txBody>
      </p:sp>
      <p:sp>
        <p:nvSpPr>
          <p:cNvPr id="3" name="Content Placeholder 2">
            <a:extLst>
              <a:ext uri="{FF2B5EF4-FFF2-40B4-BE49-F238E27FC236}">
                <a16:creationId xmlns:a16="http://schemas.microsoft.com/office/drawing/2014/main" id="{A7973CB1-96A5-4709-B273-750FED5FB175}"/>
              </a:ext>
            </a:extLst>
          </p:cNvPr>
          <p:cNvSpPr>
            <a:spLocks noGrp="1"/>
          </p:cNvSpPr>
          <p:nvPr>
            <p:ph idx="1"/>
          </p:nvPr>
        </p:nvSpPr>
        <p:spPr>
          <a:xfrm>
            <a:off x="76200" y="1143001"/>
            <a:ext cx="9067800" cy="4343400"/>
          </a:xfrm>
        </p:spPr>
        <p:txBody>
          <a:bodyPr/>
          <a:lstStyle/>
          <a:p>
            <a:r>
              <a:rPr lang="en-US" sz="2000" dirty="0"/>
              <a:t>A bachelors degree in engineering </a:t>
            </a:r>
            <a:r>
              <a:rPr lang="en-US" sz="2000" dirty="0">
                <a:sym typeface="Wingdings" panose="05000000000000000000" pitchFamily="2" charset="2"/>
              </a:rPr>
              <a:t> </a:t>
            </a:r>
            <a:r>
              <a:rPr lang="en-US" sz="2000" dirty="0"/>
              <a:t>entry level jobs</a:t>
            </a:r>
          </a:p>
          <a:p>
            <a:r>
              <a:rPr lang="en-US" sz="2000" dirty="0"/>
              <a:t>A master’s (minimum) is required for more advanced projects </a:t>
            </a:r>
          </a:p>
          <a:p>
            <a:pPr lvl="1"/>
            <a:r>
              <a:rPr lang="en-US" sz="1600" dirty="0"/>
              <a:t>Most flexible degree.  Takes an extra two years after getting a bachelor’s degree</a:t>
            </a:r>
          </a:p>
          <a:p>
            <a:pPr lvl="1"/>
            <a:r>
              <a:rPr lang="en-US" sz="1600" dirty="0"/>
              <a:t>More advanced engineering pays better – Excellent investment of time</a:t>
            </a:r>
          </a:p>
          <a:p>
            <a:r>
              <a:rPr lang="en-US" sz="2000" dirty="0"/>
              <a:t>A PhD is required for very high level projects </a:t>
            </a:r>
          </a:p>
          <a:p>
            <a:pPr lvl="1"/>
            <a:r>
              <a:rPr lang="en-US" sz="1600" dirty="0"/>
              <a:t>Can narrow opportunities.  Increases pay in many fields but can take a long time to attain (typically 2-8 years, average of 3-4).</a:t>
            </a:r>
          </a:p>
          <a:p>
            <a:pPr lvl="1"/>
            <a:r>
              <a:rPr lang="en-US" sz="1600" dirty="0"/>
              <a:t>Sometimes the monetary pay-off isn’t there – Succeed or fail quickly is a good strategy</a:t>
            </a:r>
          </a:p>
          <a:p>
            <a:r>
              <a:rPr lang="en-US" sz="2000" u="sng" dirty="0"/>
              <a:t>Engineers get paid to go to graduate school.  </a:t>
            </a:r>
            <a:r>
              <a:rPr lang="en-US" sz="2000" dirty="0"/>
              <a:t>They only take out loans for undergrad.</a:t>
            </a:r>
          </a:p>
          <a:p>
            <a:endParaRPr lang="en-US" sz="2000" dirty="0"/>
          </a:p>
        </p:txBody>
      </p:sp>
      <p:pic>
        <p:nvPicPr>
          <p:cNvPr id="6" name="Picture 5">
            <a:extLst>
              <a:ext uri="{FF2B5EF4-FFF2-40B4-BE49-F238E27FC236}">
                <a16:creationId xmlns:a16="http://schemas.microsoft.com/office/drawing/2014/main" id="{B7FC03BE-2669-461D-910F-2E222745CAAB}"/>
              </a:ext>
            </a:extLst>
          </p:cNvPr>
          <p:cNvPicPr>
            <a:picLocks noChangeAspect="1"/>
          </p:cNvPicPr>
          <p:nvPr/>
        </p:nvPicPr>
        <p:blipFill>
          <a:blip r:embed="rId2"/>
          <a:stretch>
            <a:fillRect/>
          </a:stretch>
        </p:blipFill>
        <p:spPr>
          <a:xfrm>
            <a:off x="2438401" y="4497352"/>
            <a:ext cx="4876800" cy="2371533"/>
          </a:xfrm>
          <a:prstGeom prst="rect">
            <a:avLst/>
          </a:prstGeom>
        </p:spPr>
      </p:pic>
      <p:cxnSp>
        <p:nvCxnSpPr>
          <p:cNvPr id="8" name="Straight Arrow Connector 7">
            <a:extLst>
              <a:ext uri="{FF2B5EF4-FFF2-40B4-BE49-F238E27FC236}">
                <a16:creationId xmlns:a16="http://schemas.microsoft.com/office/drawing/2014/main" id="{CE7A661C-9314-412F-93A5-C1115AA4A70D}"/>
              </a:ext>
            </a:extLst>
          </p:cNvPr>
          <p:cNvCxnSpPr/>
          <p:nvPr/>
        </p:nvCxnSpPr>
        <p:spPr bwMode="auto">
          <a:xfrm>
            <a:off x="5029200" y="4876800"/>
            <a:ext cx="2133600" cy="0"/>
          </a:xfrm>
          <a:prstGeom prst="straightConnector1">
            <a:avLst/>
          </a:prstGeom>
          <a:solidFill>
            <a:srgbClr val="00B8FF"/>
          </a:solidFill>
          <a:ln w="25400" cap="flat" cmpd="sng" algn="ctr">
            <a:solidFill>
              <a:schemeClr val="accent1"/>
            </a:solidFill>
            <a:prstDash val="solid"/>
            <a:round/>
            <a:headEnd type="triangle"/>
            <a:tailEnd type="triangle"/>
          </a:ln>
          <a:effectLst/>
        </p:spPr>
      </p:cxnSp>
      <p:sp>
        <p:nvSpPr>
          <p:cNvPr id="9" name="TextBox 8">
            <a:extLst>
              <a:ext uri="{FF2B5EF4-FFF2-40B4-BE49-F238E27FC236}">
                <a16:creationId xmlns:a16="http://schemas.microsoft.com/office/drawing/2014/main" id="{90ABA8BA-42CE-4AA2-91C7-0CBC12F8BBAA}"/>
              </a:ext>
            </a:extLst>
          </p:cNvPr>
          <p:cNvSpPr txBox="1"/>
          <p:nvPr/>
        </p:nvSpPr>
        <p:spPr>
          <a:xfrm>
            <a:off x="5032169" y="4557204"/>
            <a:ext cx="2209801" cy="307777"/>
          </a:xfrm>
          <a:prstGeom prst="rect">
            <a:avLst/>
          </a:prstGeom>
          <a:noFill/>
        </p:spPr>
        <p:txBody>
          <a:bodyPr wrap="square" rtlCol="0">
            <a:spAutoFit/>
          </a:bodyPr>
          <a:lstStyle/>
          <a:p>
            <a:r>
              <a:rPr lang="en-US" sz="1400" b="1" dirty="0">
                <a:solidFill>
                  <a:schemeClr val="accent1">
                    <a:lumMod val="75000"/>
                  </a:schemeClr>
                </a:solidFill>
              </a:rPr>
              <a:t>Get paid to go to school</a:t>
            </a:r>
          </a:p>
        </p:txBody>
      </p:sp>
    </p:spTree>
    <p:extLst>
      <p:ext uri="{BB962C8B-B14F-4D97-AF65-F5344CB8AC3E}">
        <p14:creationId xmlns:p14="http://schemas.microsoft.com/office/powerpoint/2010/main" val="2185943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D33F12-B11E-4A6F-8AF3-492EA7F71D13}"/>
              </a:ext>
            </a:extLst>
          </p:cNvPr>
          <p:cNvSpPr>
            <a:spLocks noGrp="1"/>
          </p:cNvSpPr>
          <p:nvPr>
            <p:ph idx="1"/>
          </p:nvPr>
        </p:nvSpPr>
        <p:spPr>
          <a:xfrm>
            <a:off x="0" y="1084264"/>
            <a:ext cx="8991600" cy="5338762"/>
          </a:xfrm>
        </p:spPr>
        <p:txBody>
          <a:bodyPr/>
          <a:lstStyle/>
          <a:p>
            <a:r>
              <a:rPr lang="en-US" sz="1600" dirty="0"/>
              <a:t>High School and College Jobs</a:t>
            </a:r>
          </a:p>
          <a:p>
            <a:pPr lvl="1"/>
            <a:r>
              <a:rPr lang="en-US" sz="1400" dirty="0"/>
              <a:t>Picked produce at local farms</a:t>
            </a:r>
          </a:p>
          <a:p>
            <a:pPr lvl="1"/>
            <a:r>
              <a:rPr lang="en-US" sz="1400" dirty="0"/>
              <a:t>Yard work for elderly</a:t>
            </a:r>
          </a:p>
          <a:p>
            <a:pPr lvl="1"/>
            <a:r>
              <a:rPr lang="en-US" sz="1400" dirty="0"/>
              <a:t>Campus </a:t>
            </a:r>
            <a:r>
              <a:rPr lang="en-US" sz="1400" dirty="0" err="1"/>
              <a:t>workstudy</a:t>
            </a:r>
            <a:r>
              <a:rPr lang="en-US" sz="1400" dirty="0"/>
              <a:t>: mailroom and computer lab</a:t>
            </a:r>
          </a:p>
          <a:p>
            <a:pPr lvl="1"/>
            <a:r>
              <a:rPr lang="en-US" sz="1400" dirty="0"/>
              <a:t>Built homes for local construction company</a:t>
            </a:r>
          </a:p>
          <a:p>
            <a:r>
              <a:rPr lang="en-US" sz="1600" dirty="0"/>
              <a:t>Bachelor’s degree @ University of Portland</a:t>
            </a:r>
          </a:p>
          <a:p>
            <a:pPr lvl="1"/>
            <a:r>
              <a:rPr lang="en-US" sz="1200" dirty="0"/>
              <a:t>Internship @ Boeing: Maintained manufacturing equipment for Boeing 747 and 737 </a:t>
            </a:r>
          </a:p>
          <a:p>
            <a:r>
              <a:rPr lang="en-US" sz="1600" dirty="0"/>
              <a:t>Master’s degree @ University of Cincinnati</a:t>
            </a:r>
          </a:p>
          <a:p>
            <a:pPr lvl="1"/>
            <a:r>
              <a:rPr lang="en-US" sz="1400" dirty="0"/>
              <a:t>Taught classes and worked on suspension modeling of pickup trucks</a:t>
            </a:r>
            <a:endParaRPr lang="en-US" sz="1600" dirty="0"/>
          </a:p>
          <a:p>
            <a:r>
              <a:rPr lang="en-US" sz="1600" dirty="0"/>
              <a:t>York International</a:t>
            </a:r>
          </a:p>
          <a:p>
            <a:pPr lvl="1"/>
            <a:r>
              <a:rPr lang="en-US" sz="1400" dirty="0"/>
              <a:t>Designed and produced air handlers to keep things comfortable </a:t>
            </a:r>
            <a:br>
              <a:rPr lang="en-US" sz="1400" dirty="0"/>
            </a:br>
            <a:r>
              <a:rPr lang="en-US" sz="1400" dirty="0"/>
              <a:t>and quiet in schools, concert halls, and hospitals</a:t>
            </a:r>
          </a:p>
          <a:p>
            <a:r>
              <a:rPr lang="en-US" sz="1600" dirty="0"/>
              <a:t>Moog-CSA Engineering </a:t>
            </a:r>
          </a:p>
          <a:p>
            <a:pPr lvl="1"/>
            <a:r>
              <a:rPr lang="en-US" sz="1400" dirty="0"/>
              <a:t>Projects: Space Launch System (rocket to go to the moon), ESPA (mount lots of small satellites on big rockets), NICER (looking at the sun’s energy from the International Space Station to feed environmental models for global warming calculations), XSS-11, DSX, Giant Magellan Telescope (six 27’ mirrors to make an 80 ft visible spectrum telescope, resolution 10 times better than Hubble), Recon Optical telescopes for pods on F-15 jets.</a:t>
            </a:r>
          </a:p>
          <a:p>
            <a:r>
              <a:rPr lang="en-US" sz="1600" dirty="0"/>
              <a:t>Sandia National Laboratories </a:t>
            </a:r>
          </a:p>
          <a:p>
            <a:pPr lvl="1"/>
            <a:r>
              <a:rPr lang="en-US" sz="1400" dirty="0"/>
              <a:t>Evaluate the engineering work of others to ensure that it meets technical rigor in order to keep our country safe </a:t>
            </a:r>
          </a:p>
          <a:p>
            <a:endParaRPr lang="en-US" sz="1800" dirty="0"/>
          </a:p>
        </p:txBody>
      </p:sp>
      <p:sp>
        <p:nvSpPr>
          <p:cNvPr id="2" name="Title 1">
            <a:extLst>
              <a:ext uri="{FF2B5EF4-FFF2-40B4-BE49-F238E27FC236}">
                <a16:creationId xmlns:a16="http://schemas.microsoft.com/office/drawing/2014/main" id="{D7063A45-E286-443F-BF8C-39783D0E9C3E}"/>
              </a:ext>
            </a:extLst>
          </p:cNvPr>
          <p:cNvSpPr>
            <a:spLocks noGrp="1"/>
          </p:cNvSpPr>
          <p:nvPr>
            <p:ph type="title"/>
          </p:nvPr>
        </p:nvSpPr>
        <p:spPr>
          <a:xfrm>
            <a:off x="990600" y="0"/>
            <a:ext cx="7161213" cy="1084263"/>
          </a:xfrm>
        </p:spPr>
        <p:txBody>
          <a:bodyPr/>
          <a:lstStyle/>
          <a:p>
            <a:r>
              <a:rPr lang="en-US" dirty="0"/>
              <a:t>Career Overview</a:t>
            </a:r>
          </a:p>
        </p:txBody>
      </p:sp>
      <p:sp>
        <p:nvSpPr>
          <p:cNvPr id="4" name="TextBox 3">
            <a:extLst>
              <a:ext uri="{FF2B5EF4-FFF2-40B4-BE49-F238E27FC236}">
                <a16:creationId xmlns:a16="http://schemas.microsoft.com/office/drawing/2014/main" id="{2B459FD5-26F5-45E3-95E7-2382E8A53866}"/>
              </a:ext>
            </a:extLst>
          </p:cNvPr>
          <p:cNvSpPr txBox="1"/>
          <p:nvPr/>
        </p:nvSpPr>
        <p:spPr>
          <a:xfrm>
            <a:off x="6935417" y="1463073"/>
            <a:ext cx="1524000" cy="1015663"/>
          </a:xfrm>
          <a:prstGeom prst="rect">
            <a:avLst/>
          </a:prstGeom>
          <a:noFill/>
        </p:spPr>
        <p:txBody>
          <a:bodyPr wrap="square" rtlCol="0">
            <a:spAutoFit/>
          </a:bodyPr>
          <a:lstStyle/>
          <a:p>
            <a:r>
              <a:rPr lang="en-US" b="1" dirty="0">
                <a:solidFill>
                  <a:srgbClr val="00B0F0"/>
                </a:solidFill>
              </a:rPr>
              <a:t>Step 1:</a:t>
            </a:r>
            <a:br>
              <a:rPr lang="en-US" b="1" dirty="0">
                <a:solidFill>
                  <a:srgbClr val="00B0F0"/>
                </a:solidFill>
              </a:rPr>
            </a:br>
            <a:r>
              <a:rPr lang="en-US" b="1" dirty="0">
                <a:solidFill>
                  <a:srgbClr val="00B0F0"/>
                </a:solidFill>
              </a:rPr>
              <a:t>Learn to work hard</a:t>
            </a:r>
          </a:p>
        </p:txBody>
      </p:sp>
      <p:sp>
        <p:nvSpPr>
          <p:cNvPr id="17" name="TextBox 16">
            <a:extLst>
              <a:ext uri="{FF2B5EF4-FFF2-40B4-BE49-F238E27FC236}">
                <a16:creationId xmlns:a16="http://schemas.microsoft.com/office/drawing/2014/main" id="{FAE9B76F-F2CF-4E2A-BDB8-AEA3FA3A63BC}"/>
              </a:ext>
            </a:extLst>
          </p:cNvPr>
          <p:cNvSpPr txBox="1"/>
          <p:nvPr/>
        </p:nvSpPr>
        <p:spPr>
          <a:xfrm>
            <a:off x="6970823" y="2577247"/>
            <a:ext cx="2013857" cy="1015663"/>
          </a:xfrm>
          <a:prstGeom prst="rect">
            <a:avLst/>
          </a:prstGeom>
          <a:noFill/>
        </p:spPr>
        <p:txBody>
          <a:bodyPr wrap="square" rtlCol="0">
            <a:spAutoFit/>
          </a:bodyPr>
          <a:lstStyle/>
          <a:p>
            <a:r>
              <a:rPr lang="en-US" b="1" dirty="0">
                <a:solidFill>
                  <a:srgbClr val="00B0F0"/>
                </a:solidFill>
              </a:rPr>
              <a:t>Step 2:</a:t>
            </a:r>
            <a:br>
              <a:rPr lang="en-US" b="1" dirty="0">
                <a:solidFill>
                  <a:srgbClr val="00B0F0"/>
                </a:solidFill>
              </a:rPr>
            </a:br>
            <a:r>
              <a:rPr lang="en-US" b="1" dirty="0">
                <a:solidFill>
                  <a:srgbClr val="00B0F0"/>
                </a:solidFill>
              </a:rPr>
              <a:t>Learn a Valuable Skill</a:t>
            </a:r>
          </a:p>
        </p:txBody>
      </p:sp>
      <p:sp>
        <p:nvSpPr>
          <p:cNvPr id="19" name="TextBox 18">
            <a:extLst>
              <a:ext uri="{FF2B5EF4-FFF2-40B4-BE49-F238E27FC236}">
                <a16:creationId xmlns:a16="http://schemas.microsoft.com/office/drawing/2014/main" id="{2DD88E69-6325-4933-94FB-A422F6AA29B3}"/>
              </a:ext>
            </a:extLst>
          </p:cNvPr>
          <p:cNvSpPr txBox="1"/>
          <p:nvPr/>
        </p:nvSpPr>
        <p:spPr>
          <a:xfrm>
            <a:off x="6553097" y="3642111"/>
            <a:ext cx="2608716" cy="1200329"/>
          </a:xfrm>
          <a:prstGeom prst="rect">
            <a:avLst/>
          </a:prstGeom>
          <a:noFill/>
        </p:spPr>
        <p:txBody>
          <a:bodyPr wrap="square" rtlCol="0">
            <a:spAutoFit/>
          </a:bodyPr>
          <a:lstStyle/>
          <a:p>
            <a:r>
              <a:rPr lang="en-US" sz="1800" b="1" dirty="0">
                <a:solidFill>
                  <a:srgbClr val="00B0F0"/>
                </a:solidFill>
              </a:rPr>
              <a:t>Step 3:</a:t>
            </a:r>
            <a:br>
              <a:rPr lang="en-US" sz="1800" b="1" dirty="0">
                <a:solidFill>
                  <a:srgbClr val="00B0F0"/>
                </a:solidFill>
              </a:rPr>
            </a:br>
            <a:r>
              <a:rPr lang="en-US" sz="1800" b="1" dirty="0">
                <a:solidFill>
                  <a:srgbClr val="00B0F0"/>
                </a:solidFill>
              </a:rPr>
              <a:t>Get Paid to Work Hard at Job Using Your  Valuable Skill</a:t>
            </a:r>
          </a:p>
        </p:txBody>
      </p:sp>
      <p:pic>
        <p:nvPicPr>
          <p:cNvPr id="12" name="Picture 11">
            <a:extLst>
              <a:ext uri="{FF2B5EF4-FFF2-40B4-BE49-F238E27FC236}">
                <a16:creationId xmlns:a16="http://schemas.microsoft.com/office/drawing/2014/main" id="{E7397056-F5B2-4F54-AFAC-6C15B643C7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83038" y="5230371"/>
            <a:ext cx="2628900" cy="1743075"/>
          </a:xfrm>
          <a:prstGeom prst="rect">
            <a:avLst/>
          </a:prstGeom>
        </p:spPr>
      </p:pic>
    </p:spTree>
    <p:extLst>
      <p:ext uri="{BB962C8B-B14F-4D97-AF65-F5344CB8AC3E}">
        <p14:creationId xmlns:p14="http://schemas.microsoft.com/office/powerpoint/2010/main" val="1123011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14A06-B6E7-4DE1-8AF2-CE76862D42E7}"/>
              </a:ext>
            </a:extLst>
          </p:cNvPr>
          <p:cNvSpPr>
            <a:spLocks noGrp="1"/>
          </p:cNvSpPr>
          <p:nvPr>
            <p:ph type="title"/>
          </p:nvPr>
        </p:nvSpPr>
        <p:spPr>
          <a:xfrm>
            <a:off x="990600" y="9510"/>
            <a:ext cx="7161213" cy="1074753"/>
          </a:xfrm>
        </p:spPr>
        <p:txBody>
          <a:bodyPr/>
          <a:lstStyle/>
          <a:p>
            <a:r>
              <a:rPr lang="en-US" dirty="0"/>
              <a:t>Step 1: Learn to Work Hard</a:t>
            </a:r>
          </a:p>
        </p:txBody>
      </p:sp>
      <p:sp>
        <p:nvSpPr>
          <p:cNvPr id="3" name="Content Placeholder 2">
            <a:extLst>
              <a:ext uri="{FF2B5EF4-FFF2-40B4-BE49-F238E27FC236}">
                <a16:creationId xmlns:a16="http://schemas.microsoft.com/office/drawing/2014/main" id="{1E0390E8-C6FB-4D8D-9345-56445CD777FD}"/>
              </a:ext>
            </a:extLst>
          </p:cNvPr>
          <p:cNvSpPr>
            <a:spLocks noGrp="1"/>
          </p:cNvSpPr>
          <p:nvPr>
            <p:ph idx="1"/>
          </p:nvPr>
        </p:nvSpPr>
        <p:spPr>
          <a:xfrm>
            <a:off x="79610" y="1205418"/>
            <a:ext cx="8566150" cy="5183187"/>
          </a:xfrm>
        </p:spPr>
        <p:txBody>
          <a:bodyPr/>
          <a:lstStyle/>
          <a:p>
            <a:r>
              <a:rPr lang="en-US" sz="1600" dirty="0"/>
              <a:t>High School and College Jobs</a:t>
            </a:r>
          </a:p>
          <a:p>
            <a:pPr lvl="1"/>
            <a:r>
              <a:rPr lang="en-US" sz="1400" dirty="0"/>
              <a:t>Picked produce at local farms</a:t>
            </a:r>
          </a:p>
          <a:p>
            <a:pPr lvl="1"/>
            <a:r>
              <a:rPr lang="en-US" sz="1400" dirty="0"/>
              <a:t>Yard work for elderly</a:t>
            </a:r>
          </a:p>
          <a:p>
            <a:pPr lvl="1"/>
            <a:r>
              <a:rPr lang="en-US" sz="1400" dirty="0"/>
              <a:t>Campus </a:t>
            </a:r>
            <a:r>
              <a:rPr lang="en-US" sz="1400" dirty="0" err="1"/>
              <a:t>workstudy</a:t>
            </a:r>
            <a:r>
              <a:rPr lang="en-US" sz="1400" dirty="0"/>
              <a:t>: mailroom and computer lab</a:t>
            </a:r>
          </a:p>
          <a:p>
            <a:pPr lvl="1"/>
            <a:r>
              <a:rPr lang="en-US" sz="1400" dirty="0"/>
              <a:t>Built homes for local construction company</a:t>
            </a:r>
          </a:p>
          <a:p>
            <a:endParaRPr lang="en-US" dirty="0"/>
          </a:p>
        </p:txBody>
      </p:sp>
      <p:grpSp>
        <p:nvGrpSpPr>
          <p:cNvPr id="11" name="Group 10">
            <a:extLst>
              <a:ext uri="{FF2B5EF4-FFF2-40B4-BE49-F238E27FC236}">
                <a16:creationId xmlns:a16="http://schemas.microsoft.com/office/drawing/2014/main" id="{9879294C-532D-4257-AFF6-8D068298D999}"/>
              </a:ext>
            </a:extLst>
          </p:cNvPr>
          <p:cNvGrpSpPr/>
          <p:nvPr/>
        </p:nvGrpSpPr>
        <p:grpSpPr>
          <a:xfrm>
            <a:off x="283562" y="2764247"/>
            <a:ext cx="7196737" cy="3925260"/>
            <a:chOff x="534411" y="2168967"/>
            <a:chExt cx="7466590" cy="4536112"/>
          </a:xfrm>
        </p:grpSpPr>
        <p:pic>
          <p:nvPicPr>
            <p:cNvPr id="12" name="Picture 11">
              <a:extLst>
                <a:ext uri="{FF2B5EF4-FFF2-40B4-BE49-F238E27FC236}">
                  <a16:creationId xmlns:a16="http://schemas.microsoft.com/office/drawing/2014/main" id="{0262FC74-67E6-467B-8267-244906CDEBD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2219" t="68680"/>
            <a:stretch/>
          </p:blipFill>
          <p:spPr>
            <a:xfrm>
              <a:off x="534411" y="2470587"/>
              <a:ext cx="3349972" cy="2205740"/>
            </a:xfrm>
            <a:prstGeom prst="rect">
              <a:avLst/>
            </a:prstGeom>
          </p:spPr>
        </p:pic>
        <p:pic>
          <p:nvPicPr>
            <p:cNvPr id="13" name="Picture 12">
              <a:extLst>
                <a:ext uri="{FF2B5EF4-FFF2-40B4-BE49-F238E27FC236}">
                  <a16:creationId xmlns:a16="http://schemas.microsoft.com/office/drawing/2014/main" id="{4BCA17BC-EC27-44B7-A737-30762B863A87}"/>
                </a:ext>
              </a:extLst>
            </p:cNvPr>
            <p:cNvPicPr>
              <a:picLocks noChangeAspect="1"/>
            </p:cNvPicPr>
            <p:nvPr/>
          </p:nvPicPr>
          <p:blipFill rotWithShape="1">
            <a:blip r:embed="rId4">
              <a:extLst>
                <a:ext uri="{28A0092B-C50C-407E-A947-70E740481C1C}">
                  <a14:useLocalDpi xmlns:a14="http://schemas.microsoft.com/office/drawing/2010/main" val="0"/>
                </a:ext>
              </a:extLst>
            </a:blip>
            <a:srcRect t="19076"/>
            <a:stretch/>
          </p:blipFill>
          <p:spPr>
            <a:xfrm>
              <a:off x="3856997" y="4473480"/>
              <a:ext cx="4144004" cy="2231599"/>
            </a:xfrm>
            <a:prstGeom prst="rect">
              <a:avLst/>
            </a:prstGeom>
          </p:spPr>
        </p:pic>
        <p:pic>
          <p:nvPicPr>
            <p:cNvPr id="14" name="Picture 13">
              <a:extLst>
                <a:ext uri="{FF2B5EF4-FFF2-40B4-BE49-F238E27FC236}">
                  <a16:creationId xmlns:a16="http://schemas.microsoft.com/office/drawing/2014/main" id="{9ECFB7B2-967A-4049-BB9D-6C33A67B38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51058" y="2168967"/>
              <a:ext cx="4149943" cy="2323968"/>
            </a:xfrm>
            <a:prstGeom prst="rect">
              <a:avLst/>
            </a:prstGeom>
          </p:spPr>
        </p:pic>
        <p:pic>
          <p:nvPicPr>
            <p:cNvPr id="15" name="Picture 14">
              <a:extLst>
                <a:ext uri="{FF2B5EF4-FFF2-40B4-BE49-F238E27FC236}">
                  <a16:creationId xmlns:a16="http://schemas.microsoft.com/office/drawing/2014/main" id="{D876C0FF-54AB-464C-8942-69A72398BC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4411" y="4676328"/>
              <a:ext cx="3338745" cy="2028751"/>
            </a:xfrm>
            <a:prstGeom prst="rect">
              <a:avLst/>
            </a:prstGeom>
          </p:spPr>
        </p:pic>
      </p:grpSp>
      <p:grpSp>
        <p:nvGrpSpPr>
          <p:cNvPr id="16" name="Group 15">
            <a:extLst>
              <a:ext uri="{FF2B5EF4-FFF2-40B4-BE49-F238E27FC236}">
                <a16:creationId xmlns:a16="http://schemas.microsoft.com/office/drawing/2014/main" id="{AD159376-C23E-45C2-B1EC-335860D9667F}"/>
              </a:ext>
            </a:extLst>
          </p:cNvPr>
          <p:cNvGrpSpPr/>
          <p:nvPr/>
        </p:nvGrpSpPr>
        <p:grpSpPr>
          <a:xfrm>
            <a:off x="244394" y="1410191"/>
            <a:ext cx="8510755" cy="5259862"/>
            <a:chOff x="113077" y="1359983"/>
            <a:chExt cx="8510755" cy="5259862"/>
          </a:xfrm>
        </p:grpSpPr>
        <p:pic>
          <p:nvPicPr>
            <p:cNvPr id="17" name="Picture 16">
              <a:extLst>
                <a:ext uri="{FF2B5EF4-FFF2-40B4-BE49-F238E27FC236}">
                  <a16:creationId xmlns:a16="http://schemas.microsoft.com/office/drawing/2014/main" id="{3F2B46F0-1851-49DA-8E38-99413E8D1AF4}"/>
                </a:ext>
              </a:extLst>
            </p:cNvPr>
            <p:cNvPicPr>
              <a:picLocks noChangeAspect="1"/>
            </p:cNvPicPr>
            <p:nvPr/>
          </p:nvPicPr>
          <p:blipFill rotWithShape="1">
            <a:blip r:embed="rId7">
              <a:extLst>
                <a:ext uri="{28A0092B-C50C-407E-A947-70E740481C1C}">
                  <a14:useLocalDpi xmlns:a14="http://schemas.microsoft.com/office/drawing/2010/main" val="0"/>
                </a:ext>
              </a:extLst>
            </a:blip>
            <a:srcRect l="3396" t="2578" r="7922" b="3893"/>
            <a:stretch/>
          </p:blipFill>
          <p:spPr>
            <a:xfrm>
              <a:off x="113077" y="2799760"/>
              <a:ext cx="5393779" cy="3820085"/>
            </a:xfrm>
            <a:prstGeom prst="rect">
              <a:avLst/>
            </a:prstGeom>
          </p:spPr>
        </p:pic>
        <p:pic>
          <p:nvPicPr>
            <p:cNvPr id="18" name="Picture 17">
              <a:extLst>
                <a:ext uri="{FF2B5EF4-FFF2-40B4-BE49-F238E27FC236}">
                  <a16:creationId xmlns:a16="http://schemas.microsoft.com/office/drawing/2014/main" id="{EC4BCD00-B94E-4A9A-B8E1-05F65CDD431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90880" y="4492935"/>
              <a:ext cx="3106720" cy="2067381"/>
            </a:xfrm>
            <a:prstGeom prst="rect">
              <a:avLst/>
            </a:prstGeom>
          </p:spPr>
        </p:pic>
        <p:pic>
          <p:nvPicPr>
            <p:cNvPr id="19" name="Picture 18">
              <a:extLst>
                <a:ext uri="{FF2B5EF4-FFF2-40B4-BE49-F238E27FC236}">
                  <a16:creationId xmlns:a16="http://schemas.microsoft.com/office/drawing/2014/main" id="{9B8CDA6D-E36C-4CD8-B437-A11D45816F4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490880" y="1359983"/>
              <a:ext cx="3132952" cy="3132952"/>
            </a:xfrm>
            <a:prstGeom prst="rect">
              <a:avLst/>
            </a:prstGeom>
          </p:spPr>
        </p:pic>
      </p:grpSp>
      <p:grpSp>
        <p:nvGrpSpPr>
          <p:cNvPr id="20" name="Group 19">
            <a:extLst>
              <a:ext uri="{FF2B5EF4-FFF2-40B4-BE49-F238E27FC236}">
                <a16:creationId xmlns:a16="http://schemas.microsoft.com/office/drawing/2014/main" id="{B5D5E8DD-99E6-4156-949A-B5CF354EEB29}"/>
              </a:ext>
            </a:extLst>
          </p:cNvPr>
          <p:cNvGrpSpPr/>
          <p:nvPr/>
        </p:nvGrpSpPr>
        <p:grpSpPr>
          <a:xfrm>
            <a:off x="201645" y="3517338"/>
            <a:ext cx="8874618" cy="2991097"/>
            <a:chOff x="105215" y="3642110"/>
            <a:chExt cx="8874618" cy="2991097"/>
          </a:xfrm>
        </p:grpSpPr>
        <p:pic>
          <p:nvPicPr>
            <p:cNvPr id="21" name="Picture 20">
              <a:extLst>
                <a:ext uri="{FF2B5EF4-FFF2-40B4-BE49-F238E27FC236}">
                  <a16:creationId xmlns:a16="http://schemas.microsoft.com/office/drawing/2014/main" id="{8D2242B8-6B1F-433D-B121-93EF74B19D1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541955" y="3642110"/>
              <a:ext cx="4437878" cy="2991097"/>
            </a:xfrm>
            <a:prstGeom prst="rect">
              <a:avLst/>
            </a:prstGeom>
          </p:spPr>
        </p:pic>
        <p:pic>
          <p:nvPicPr>
            <p:cNvPr id="22" name="Picture 21">
              <a:extLst>
                <a:ext uri="{FF2B5EF4-FFF2-40B4-BE49-F238E27FC236}">
                  <a16:creationId xmlns:a16="http://schemas.microsoft.com/office/drawing/2014/main" id="{13E01031-8967-4FE5-8B32-4C1FAFE548A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5215" y="3647875"/>
              <a:ext cx="4444832" cy="2957834"/>
            </a:xfrm>
            <a:prstGeom prst="rect">
              <a:avLst/>
            </a:prstGeom>
          </p:spPr>
        </p:pic>
      </p:grpSp>
      <p:grpSp>
        <p:nvGrpSpPr>
          <p:cNvPr id="4" name="Group 3">
            <a:extLst>
              <a:ext uri="{FF2B5EF4-FFF2-40B4-BE49-F238E27FC236}">
                <a16:creationId xmlns:a16="http://schemas.microsoft.com/office/drawing/2014/main" id="{AD52AA18-179E-4842-B788-2C3A3C9AA221}"/>
              </a:ext>
            </a:extLst>
          </p:cNvPr>
          <p:cNvGrpSpPr/>
          <p:nvPr/>
        </p:nvGrpSpPr>
        <p:grpSpPr>
          <a:xfrm>
            <a:off x="338043" y="2886888"/>
            <a:ext cx="8144535" cy="3701237"/>
            <a:chOff x="263573" y="3009320"/>
            <a:chExt cx="8144535" cy="3701237"/>
          </a:xfrm>
        </p:grpSpPr>
        <p:pic>
          <p:nvPicPr>
            <p:cNvPr id="5" name="Picture 4">
              <a:extLst>
                <a:ext uri="{FF2B5EF4-FFF2-40B4-BE49-F238E27FC236}">
                  <a16:creationId xmlns:a16="http://schemas.microsoft.com/office/drawing/2014/main" id="{093155B2-4EF0-4809-B14A-6884FB6AF0A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122621" y="5110357"/>
              <a:ext cx="2857500" cy="1600200"/>
            </a:xfrm>
            <a:prstGeom prst="rect">
              <a:avLst/>
            </a:prstGeom>
          </p:spPr>
        </p:pic>
        <p:pic>
          <p:nvPicPr>
            <p:cNvPr id="6" name="Picture 5">
              <a:extLst>
                <a:ext uri="{FF2B5EF4-FFF2-40B4-BE49-F238E27FC236}">
                  <a16:creationId xmlns:a16="http://schemas.microsoft.com/office/drawing/2014/main" id="{32E11095-047C-432A-BD3F-D1B20ECC8A0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264983" y="3009320"/>
              <a:ext cx="2143125" cy="2143125"/>
            </a:xfrm>
            <a:prstGeom prst="rect">
              <a:avLst/>
            </a:prstGeom>
          </p:spPr>
        </p:pic>
        <p:pic>
          <p:nvPicPr>
            <p:cNvPr id="7" name="Picture 6">
              <a:extLst>
                <a:ext uri="{FF2B5EF4-FFF2-40B4-BE49-F238E27FC236}">
                  <a16:creationId xmlns:a16="http://schemas.microsoft.com/office/drawing/2014/main" id="{EAA71B66-1F7B-4606-BAD2-EFFD7C5C0DD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67965" y="5110357"/>
              <a:ext cx="2857500" cy="1600200"/>
            </a:xfrm>
            <a:prstGeom prst="rect">
              <a:avLst/>
            </a:prstGeom>
          </p:spPr>
        </p:pic>
        <p:pic>
          <p:nvPicPr>
            <p:cNvPr id="8" name="Picture 7">
              <a:extLst>
                <a:ext uri="{FF2B5EF4-FFF2-40B4-BE49-F238E27FC236}">
                  <a16:creationId xmlns:a16="http://schemas.microsoft.com/office/drawing/2014/main" id="{D28D036E-25F2-45FA-9163-66EA80475FE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941276" y="5110356"/>
              <a:ext cx="2400189" cy="1597217"/>
            </a:xfrm>
            <a:prstGeom prst="rect">
              <a:avLst/>
            </a:prstGeom>
          </p:spPr>
        </p:pic>
        <p:pic>
          <p:nvPicPr>
            <p:cNvPr id="9" name="Picture 8">
              <a:extLst>
                <a:ext uri="{FF2B5EF4-FFF2-40B4-BE49-F238E27FC236}">
                  <a16:creationId xmlns:a16="http://schemas.microsoft.com/office/drawing/2014/main" id="{F95A697E-C15B-4BE9-B456-17A669C6223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099672" y="3510157"/>
              <a:ext cx="3190334" cy="1600199"/>
            </a:xfrm>
            <a:prstGeom prst="rect">
              <a:avLst/>
            </a:prstGeom>
          </p:spPr>
        </p:pic>
        <p:pic>
          <p:nvPicPr>
            <p:cNvPr id="10" name="Picture 9">
              <a:extLst>
                <a:ext uri="{FF2B5EF4-FFF2-40B4-BE49-F238E27FC236}">
                  <a16:creationId xmlns:a16="http://schemas.microsoft.com/office/drawing/2014/main" id="{1CB4AF2A-CBD8-460C-87A5-8F11BE9E8B4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63573" y="3510157"/>
              <a:ext cx="2847975" cy="1600200"/>
            </a:xfrm>
            <a:prstGeom prst="rect">
              <a:avLst/>
            </a:prstGeom>
          </p:spPr>
        </p:pic>
      </p:grpSp>
    </p:spTree>
    <p:extLst>
      <p:ext uri="{BB962C8B-B14F-4D97-AF65-F5344CB8AC3E}">
        <p14:creationId xmlns:p14="http://schemas.microsoft.com/office/powerpoint/2010/main" val="46556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xit" presetSubtype="4" fill="hold" nodeType="withEffect">
                                  <p:stCondLst>
                                    <p:cond delay="0"/>
                                  </p:stCondLst>
                                  <p:childTnLst>
                                    <p:anim calcmode="lin" valueType="num">
                                      <p:cBhvr additive="base">
                                        <p:cTn id="10" dur="500"/>
                                        <p:tgtEl>
                                          <p:spTgt spid="11"/>
                                        </p:tgtEl>
                                        <p:attrNameLst>
                                          <p:attrName>ppt_x</p:attrName>
                                        </p:attrNameLst>
                                      </p:cBhvr>
                                      <p:tavLst>
                                        <p:tav tm="0">
                                          <p:val>
                                            <p:strVal val="ppt_x"/>
                                          </p:val>
                                        </p:tav>
                                        <p:tav tm="100000">
                                          <p:val>
                                            <p:strVal val="ppt_x"/>
                                          </p:val>
                                        </p:tav>
                                      </p:tavLst>
                                    </p:anim>
                                    <p:anim calcmode="lin" valueType="num">
                                      <p:cBhvr additive="base">
                                        <p:cTn id="11" dur="500"/>
                                        <p:tgtEl>
                                          <p:spTgt spid="11"/>
                                        </p:tgtEl>
                                        <p:attrNameLst>
                                          <p:attrName>ppt_y</p:attrName>
                                        </p:attrNameLst>
                                      </p:cBhvr>
                                      <p:tavLst>
                                        <p:tav tm="0">
                                          <p:val>
                                            <p:strVal val="ppt_y"/>
                                          </p:val>
                                        </p:tav>
                                        <p:tav tm="100000">
                                          <p:val>
                                            <p:strVal val="1+ppt_h/2"/>
                                          </p:val>
                                        </p:tav>
                                      </p:tavLst>
                                    </p:anim>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500"/>
                                        <p:tgtEl>
                                          <p:spTgt spid="16"/>
                                        </p:tgtEl>
                                        <p:attrNameLst>
                                          <p:attrName>ppt_x</p:attrName>
                                        </p:attrNameLst>
                                      </p:cBhvr>
                                      <p:tavLst>
                                        <p:tav tm="0">
                                          <p:val>
                                            <p:strVal val="ppt_x"/>
                                          </p:val>
                                        </p:tav>
                                        <p:tav tm="100000">
                                          <p:val>
                                            <p:strVal val="ppt_x"/>
                                          </p:val>
                                        </p:tav>
                                      </p:tavLst>
                                    </p:anim>
                                    <p:anim calcmode="lin" valueType="num">
                                      <p:cBhvr additive="base">
                                        <p:cTn id="17" dur="500"/>
                                        <p:tgtEl>
                                          <p:spTgt spid="16"/>
                                        </p:tgtEl>
                                        <p:attrNameLst>
                                          <p:attrName>ppt_y</p:attrName>
                                        </p:attrNameLst>
                                      </p:cBhvr>
                                      <p:tavLst>
                                        <p:tav tm="0">
                                          <p:val>
                                            <p:strVal val="ppt_y"/>
                                          </p:val>
                                        </p:tav>
                                        <p:tav tm="100000">
                                          <p:val>
                                            <p:strVal val="1+ppt_h/2"/>
                                          </p:val>
                                        </p:tav>
                                      </p:tavLst>
                                    </p:anim>
                                    <p:set>
                                      <p:cBhvr>
                                        <p:cTn id="18" dur="1" fill="hold">
                                          <p:stCondLst>
                                            <p:cond delay="499"/>
                                          </p:stCondLst>
                                        </p:cTn>
                                        <p:tgtEl>
                                          <p:spTgt spid="16"/>
                                        </p:tgtEl>
                                        <p:attrNameLst>
                                          <p:attrName>style.visibility</p:attrName>
                                        </p:attrNameLst>
                                      </p:cBhvr>
                                      <p:to>
                                        <p:strVal val="hidden"/>
                                      </p:to>
                                    </p:set>
                                  </p:childTnLst>
                                </p:cTn>
                              </p:par>
                              <p:par>
                                <p:cTn id="19" presetID="2" presetClass="entr" presetSubtype="4"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nodeType="clickEffect">
                                  <p:stCondLst>
                                    <p:cond delay="0"/>
                                  </p:stCondLst>
                                  <p:childTnLst>
                                    <p:anim calcmode="lin" valueType="num">
                                      <p:cBhvr additive="base">
                                        <p:cTn id="26" dur="500"/>
                                        <p:tgtEl>
                                          <p:spTgt spid="20"/>
                                        </p:tgtEl>
                                        <p:attrNameLst>
                                          <p:attrName>ppt_x</p:attrName>
                                        </p:attrNameLst>
                                      </p:cBhvr>
                                      <p:tavLst>
                                        <p:tav tm="0">
                                          <p:val>
                                            <p:strVal val="ppt_x"/>
                                          </p:val>
                                        </p:tav>
                                        <p:tav tm="100000">
                                          <p:val>
                                            <p:strVal val="ppt_x"/>
                                          </p:val>
                                        </p:tav>
                                      </p:tavLst>
                                    </p:anim>
                                    <p:anim calcmode="lin" valueType="num">
                                      <p:cBhvr additive="base">
                                        <p:cTn id="27" dur="500"/>
                                        <p:tgtEl>
                                          <p:spTgt spid="20"/>
                                        </p:tgtEl>
                                        <p:attrNameLst>
                                          <p:attrName>ppt_y</p:attrName>
                                        </p:attrNameLst>
                                      </p:cBhvr>
                                      <p:tavLst>
                                        <p:tav tm="0">
                                          <p:val>
                                            <p:strVal val="ppt_y"/>
                                          </p:val>
                                        </p:tav>
                                        <p:tav tm="100000">
                                          <p:val>
                                            <p:strVal val="1+ppt_h/2"/>
                                          </p:val>
                                        </p:tav>
                                      </p:tavLst>
                                    </p:anim>
                                    <p:set>
                                      <p:cBhvr>
                                        <p:cTn id="28" dur="1" fill="hold">
                                          <p:stCondLst>
                                            <p:cond delay="499"/>
                                          </p:stCondLst>
                                        </p:cTn>
                                        <p:tgtEl>
                                          <p:spTgt spid="20"/>
                                        </p:tgtEl>
                                        <p:attrNameLst>
                                          <p:attrName>style.visibility</p:attrName>
                                        </p:attrNameLst>
                                      </p:cBhvr>
                                      <p:to>
                                        <p:strVal val="hidden"/>
                                      </p:to>
                                    </p:set>
                                  </p:childTnLst>
                                </p:cTn>
                              </p:par>
                              <p:par>
                                <p:cTn id="29" presetID="2" presetClass="entr" presetSubtype="4"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895D3E89-AB21-40EA-897B-3ED1590DB7C1}"/>
              </a:ext>
            </a:extLst>
          </p:cNvPr>
          <p:cNvGrpSpPr/>
          <p:nvPr/>
        </p:nvGrpSpPr>
        <p:grpSpPr>
          <a:xfrm>
            <a:off x="169096" y="2575425"/>
            <a:ext cx="8876479" cy="4139499"/>
            <a:chOff x="169096" y="2575425"/>
            <a:chExt cx="8876479" cy="4139499"/>
          </a:xfrm>
        </p:grpSpPr>
        <p:grpSp>
          <p:nvGrpSpPr>
            <p:cNvPr id="10" name="Group 9">
              <a:extLst>
                <a:ext uri="{FF2B5EF4-FFF2-40B4-BE49-F238E27FC236}">
                  <a16:creationId xmlns:a16="http://schemas.microsoft.com/office/drawing/2014/main" id="{4A521D48-A16B-4F9D-8FE9-D937FB4BBD80}"/>
                </a:ext>
              </a:extLst>
            </p:cNvPr>
            <p:cNvGrpSpPr/>
            <p:nvPr/>
          </p:nvGrpSpPr>
          <p:grpSpPr>
            <a:xfrm>
              <a:off x="169096" y="2575425"/>
              <a:ext cx="8876479" cy="3057620"/>
              <a:chOff x="332664" y="3630171"/>
              <a:chExt cx="8876479" cy="3057620"/>
            </a:xfrm>
          </p:grpSpPr>
          <p:pic>
            <p:nvPicPr>
              <p:cNvPr id="11" name="Picture 10">
                <a:extLst>
                  <a:ext uri="{FF2B5EF4-FFF2-40B4-BE49-F238E27FC236}">
                    <a16:creationId xmlns:a16="http://schemas.microsoft.com/office/drawing/2014/main" id="{7ADC1F77-0834-4BC7-886E-17E9672D6730}"/>
                  </a:ext>
                </a:extLst>
              </p:cNvPr>
              <p:cNvPicPr>
                <a:picLocks noChangeAspect="1"/>
              </p:cNvPicPr>
              <p:nvPr/>
            </p:nvPicPr>
            <p:blipFill rotWithShape="1">
              <a:blip r:embed="rId3">
                <a:extLst>
                  <a:ext uri="{28A0092B-C50C-407E-A947-70E740481C1C}">
                    <a14:useLocalDpi xmlns:a14="http://schemas.microsoft.com/office/drawing/2010/main" val="0"/>
                  </a:ext>
                </a:extLst>
              </a:blip>
              <a:srcRect l="4536"/>
              <a:stretch/>
            </p:blipFill>
            <p:spPr>
              <a:xfrm>
                <a:off x="332664" y="3630171"/>
                <a:ext cx="3793089" cy="3057620"/>
              </a:xfrm>
              <a:prstGeom prst="rect">
                <a:avLst/>
              </a:prstGeom>
            </p:spPr>
          </p:pic>
          <p:pic>
            <p:nvPicPr>
              <p:cNvPr id="12" name="Picture 11">
                <a:extLst>
                  <a:ext uri="{FF2B5EF4-FFF2-40B4-BE49-F238E27FC236}">
                    <a16:creationId xmlns:a16="http://schemas.microsoft.com/office/drawing/2014/main" id="{CA497DC3-98B3-4E18-8269-1B681DD41216}"/>
                  </a:ext>
                </a:extLst>
              </p:cNvPr>
              <p:cNvPicPr>
                <a:picLocks noChangeAspect="1"/>
              </p:cNvPicPr>
              <p:nvPr/>
            </p:nvPicPr>
            <p:blipFill rotWithShape="1">
              <a:blip r:embed="rId4">
                <a:extLst>
                  <a:ext uri="{28A0092B-C50C-407E-A947-70E740481C1C}">
                    <a14:useLocalDpi xmlns:a14="http://schemas.microsoft.com/office/drawing/2010/main" val="0"/>
                  </a:ext>
                </a:extLst>
              </a:blip>
              <a:srcRect r="5218"/>
              <a:stretch/>
            </p:blipFill>
            <p:spPr>
              <a:xfrm>
                <a:off x="4069534" y="3651161"/>
                <a:ext cx="5139609" cy="3036629"/>
              </a:xfrm>
              <a:prstGeom prst="rect">
                <a:avLst/>
              </a:prstGeom>
            </p:spPr>
          </p:pic>
        </p:grpSp>
        <p:pic>
          <p:nvPicPr>
            <p:cNvPr id="14" name="Picture 13">
              <a:extLst>
                <a:ext uri="{FF2B5EF4-FFF2-40B4-BE49-F238E27FC236}">
                  <a16:creationId xmlns:a16="http://schemas.microsoft.com/office/drawing/2014/main" id="{11BE2E1E-0D26-4C5F-AC86-85C902ACEC4B}"/>
                </a:ext>
              </a:extLst>
            </p:cNvPr>
            <p:cNvPicPr>
              <a:picLocks noChangeAspect="1"/>
            </p:cNvPicPr>
            <p:nvPr/>
          </p:nvPicPr>
          <p:blipFill rotWithShape="1">
            <a:blip r:embed="rId5">
              <a:extLst>
                <a:ext uri="{28A0092B-C50C-407E-A947-70E740481C1C}">
                  <a14:useLocalDpi xmlns:a14="http://schemas.microsoft.com/office/drawing/2010/main" val="0"/>
                </a:ext>
              </a:extLst>
            </a:blip>
            <a:srcRect t="23760" b="22507"/>
            <a:stretch/>
          </p:blipFill>
          <p:spPr>
            <a:xfrm>
              <a:off x="5943600" y="5703611"/>
              <a:ext cx="2821981" cy="1009072"/>
            </a:xfrm>
            <a:prstGeom prst="rect">
              <a:avLst/>
            </a:prstGeom>
          </p:spPr>
        </p:pic>
        <p:pic>
          <p:nvPicPr>
            <p:cNvPr id="16" name="Picture 15">
              <a:extLst>
                <a:ext uri="{FF2B5EF4-FFF2-40B4-BE49-F238E27FC236}">
                  <a16:creationId xmlns:a16="http://schemas.microsoft.com/office/drawing/2014/main" id="{F9DF5B30-5F0D-4BCB-8AA9-55F53994C986}"/>
                </a:ext>
              </a:extLst>
            </p:cNvPr>
            <p:cNvPicPr>
              <a:picLocks noChangeAspect="1"/>
            </p:cNvPicPr>
            <p:nvPr/>
          </p:nvPicPr>
          <p:blipFill rotWithShape="1">
            <a:blip r:embed="rId6">
              <a:extLst>
                <a:ext uri="{28A0092B-C50C-407E-A947-70E740481C1C}">
                  <a14:useLocalDpi xmlns:a14="http://schemas.microsoft.com/office/drawing/2010/main" val="0"/>
                </a:ext>
              </a:extLst>
            </a:blip>
            <a:srcRect t="18389" b="16314"/>
            <a:stretch/>
          </p:blipFill>
          <p:spPr>
            <a:xfrm>
              <a:off x="3031679" y="5705850"/>
              <a:ext cx="2750327" cy="1009073"/>
            </a:xfrm>
            <a:prstGeom prst="rect">
              <a:avLst/>
            </a:prstGeom>
          </p:spPr>
        </p:pic>
        <p:pic>
          <p:nvPicPr>
            <p:cNvPr id="18" name="Picture 17">
              <a:extLst>
                <a:ext uri="{FF2B5EF4-FFF2-40B4-BE49-F238E27FC236}">
                  <a16:creationId xmlns:a16="http://schemas.microsoft.com/office/drawing/2014/main" id="{F3DBF715-8B58-4216-8081-3E9B4FF346B4}"/>
                </a:ext>
              </a:extLst>
            </p:cNvPr>
            <p:cNvPicPr>
              <a:picLocks noChangeAspect="1"/>
            </p:cNvPicPr>
            <p:nvPr/>
          </p:nvPicPr>
          <p:blipFill rotWithShape="1">
            <a:blip r:embed="rId7">
              <a:extLst>
                <a:ext uri="{28A0092B-C50C-407E-A947-70E740481C1C}">
                  <a14:useLocalDpi xmlns:a14="http://schemas.microsoft.com/office/drawing/2010/main" val="0"/>
                </a:ext>
              </a:extLst>
            </a:blip>
            <a:srcRect t="12592" b="26822"/>
            <a:stretch/>
          </p:blipFill>
          <p:spPr>
            <a:xfrm>
              <a:off x="191759" y="5703612"/>
              <a:ext cx="2678327" cy="1011312"/>
            </a:xfrm>
            <a:prstGeom prst="rect">
              <a:avLst/>
            </a:prstGeom>
          </p:spPr>
        </p:pic>
      </p:grpSp>
      <p:sp>
        <p:nvSpPr>
          <p:cNvPr id="2" name="Title 1">
            <a:extLst>
              <a:ext uri="{FF2B5EF4-FFF2-40B4-BE49-F238E27FC236}">
                <a16:creationId xmlns:a16="http://schemas.microsoft.com/office/drawing/2014/main" id="{16076253-192B-460C-8C56-1B5D4BCCEE70}"/>
              </a:ext>
            </a:extLst>
          </p:cNvPr>
          <p:cNvSpPr>
            <a:spLocks noGrp="1"/>
          </p:cNvSpPr>
          <p:nvPr>
            <p:ph type="title"/>
          </p:nvPr>
        </p:nvSpPr>
        <p:spPr>
          <a:xfrm>
            <a:off x="990600" y="0"/>
            <a:ext cx="7161213" cy="1084263"/>
          </a:xfrm>
        </p:spPr>
        <p:txBody>
          <a:bodyPr/>
          <a:lstStyle/>
          <a:p>
            <a:r>
              <a:rPr lang="en-US" dirty="0"/>
              <a:t>Step 2: Learn a Valuable Skill</a:t>
            </a:r>
          </a:p>
        </p:txBody>
      </p:sp>
      <p:sp>
        <p:nvSpPr>
          <p:cNvPr id="3" name="Content Placeholder 2">
            <a:extLst>
              <a:ext uri="{FF2B5EF4-FFF2-40B4-BE49-F238E27FC236}">
                <a16:creationId xmlns:a16="http://schemas.microsoft.com/office/drawing/2014/main" id="{A4A1B788-C270-4607-B358-7DF530919A22}"/>
              </a:ext>
            </a:extLst>
          </p:cNvPr>
          <p:cNvSpPr>
            <a:spLocks noGrp="1"/>
          </p:cNvSpPr>
          <p:nvPr>
            <p:ph idx="1"/>
          </p:nvPr>
        </p:nvSpPr>
        <p:spPr>
          <a:xfrm>
            <a:off x="169095" y="1133172"/>
            <a:ext cx="8625655" cy="5289853"/>
          </a:xfrm>
        </p:spPr>
        <p:txBody>
          <a:bodyPr/>
          <a:lstStyle/>
          <a:p>
            <a:r>
              <a:rPr lang="en-US" sz="1600" dirty="0"/>
              <a:t>Bachelor’s degree @ University of Portland</a:t>
            </a:r>
          </a:p>
          <a:p>
            <a:pPr lvl="1"/>
            <a:r>
              <a:rPr lang="en-US" sz="1200" dirty="0"/>
              <a:t>Internship @ Boeing: Maintained manufacturing equipment for Boeing 747 and 737 </a:t>
            </a:r>
          </a:p>
          <a:p>
            <a:r>
              <a:rPr lang="en-US" sz="1600" dirty="0"/>
              <a:t>Master’s degree @ University of Cincinnati</a:t>
            </a:r>
          </a:p>
          <a:p>
            <a:pPr lvl="1"/>
            <a:r>
              <a:rPr lang="en-US" sz="1400" dirty="0"/>
              <a:t>Taught classes and worked on suspension modeling of pickup trucks</a:t>
            </a:r>
            <a:endParaRPr lang="en-US" sz="1600" dirty="0"/>
          </a:p>
          <a:p>
            <a:endParaRPr lang="en-US" dirty="0"/>
          </a:p>
        </p:txBody>
      </p:sp>
      <p:grpSp>
        <p:nvGrpSpPr>
          <p:cNvPr id="4" name="Group 3">
            <a:extLst>
              <a:ext uri="{FF2B5EF4-FFF2-40B4-BE49-F238E27FC236}">
                <a16:creationId xmlns:a16="http://schemas.microsoft.com/office/drawing/2014/main" id="{B263BA8E-6682-4A83-87B7-CB103A448F90}"/>
              </a:ext>
            </a:extLst>
          </p:cNvPr>
          <p:cNvGrpSpPr/>
          <p:nvPr/>
        </p:nvGrpSpPr>
        <p:grpSpPr>
          <a:xfrm>
            <a:off x="152400" y="2286000"/>
            <a:ext cx="8675105" cy="4540600"/>
            <a:chOff x="217954" y="2165000"/>
            <a:chExt cx="8675105" cy="4540600"/>
          </a:xfrm>
        </p:grpSpPr>
        <p:pic>
          <p:nvPicPr>
            <p:cNvPr id="5" name="Picture 4">
              <a:extLst>
                <a:ext uri="{FF2B5EF4-FFF2-40B4-BE49-F238E27FC236}">
                  <a16:creationId xmlns:a16="http://schemas.microsoft.com/office/drawing/2014/main" id="{11FD6F9A-C967-4E8E-A099-6EC2E6ED12F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443544" y="4310554"/>
              <a:ext cx="3238897" cy="2395046"/>
            </a:xfrm>
            <a:prstGeom prst="rect">
              <a:avLst/>
            </a:prstGeom>
          </p:spPr>
        </p:pic>
        <p:pic>
          <p:nvPicPr>
            <p:cNvPr id="6" name="Picture 5">
              <a:extLst>
                <a:ext uri="{FF2B5EF4-FFF2-40B4-BE49-F238E27FC236}">
                  <a16:creationId xmlns:a16="http://schemas.microsoft.com/office/drawing/2014/main" id="{B8AF8DF0-2FD4-413D-866C-0D816C6D336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654162" y="4279554"/>
              <a:ext cx="3238897" cy="2426046"/>
            </a:xfrm>
            <a:prstGeom prst="rect">
              <a:avLst/>
            </a:prstGeom>
          </p:spPr>
        </p:pic>
        <p:pic>
          <p:nvPicPr>
            <p:cNvPr id="7" name="Picture 6">
              <a:extLst>
                <a:ext uri="{FF2B5EF4-FFF2-40B4-BE49-F238E27FC236}">
                  <a16:creationId xmlns:a16="http://schemas.microsoft.com/office/drawing/2014/main" id="{8B75A10E-5537-43C2-AE60-F2366641FA1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654161" y="2165000"/>
              <a:ext cx="3238897" cy="2155339"/>
            </a:xfrm>
            <a:prstGeom prst="rect">
              <a:avLst/>
            </a:prstGeom>
          </p:spPr>
        </p:pic>
        <p:pic>
          <p:nvPicPr>
            <p:cNvPr id="8" name="Picture 7">
              <a:extLst>
                <a:ext uri="{FF2B5EF4-FFF2-40B4-BE49-F238E27FC236}">
                  <a16:creationId xmlns:a16="http://schemas.microsoft.com/office/drawing/2014/main" id="{5B99A270-151D-497B-8CFA-07F6043F94C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559821" y="2852637"/>
              <a:ext cx="3114675" cy="1466850"/>
            </a:xfrm>
            <a:prstGeom prst="rect">
              <a:avLst/>
            </a:prstGeom>
          </p:spPr>
        </p:pic>
        <p:pic>
          <p:nvPicPr>
            <p:cNvPr id="9" name="Picture 8">
              <a:extLst>
                <a:ext uri="{FF2B5EF4-FFF2-40B4-BE49-F238E27FC236}">
                  <a16:creationId xmlns:a16="http://schemas.microsoft.com/office/drawing/2014/main" id="{25CA16D2-88E3-468E-9E17-5E7D2E5B17B2}"/>
                </a:ext>
              </a:extLst>
            </p:cNvPr>
            <p:cNvPicPr>
              <a:picLocks noChangeAspect="1"/>
            </p:cNvPicPr>
            <p:nvPr/>
          </p:nvPicPr>
          <p:blipFill rotWithShape="1">
            <a:blip r:embed="rId12">
              <a:extLst>
                <a:ext uri="{28A0092B-C50C-407E-A947-70E740481C1C}">
                  <a14:useLocalDpi xmlns:a14="http://schemas.microsoft.com/office/drawing/2010/main" val="0"/>
                </a:ext>
              </a:extLst>
            </a:blip>
            <a:srcRect l="1942" t="5411" r="61637" b="8106"/>
            <a:stretch/>
          </p:blipFill>
          <p:spPr>
            <a:xfrm>
              <a:off x="217954" y="4261645"/>
              <a:ext cx="2362200" cy="2403979"/>
            </a:xfrm>
            <a:prstGeom prst="rect">
              <a:avLst/>
            </a:prstGeom>
          </p:spPr>
        </p:pic>
      </p:grpSp>
    </p:spTree>
    <p:extLst>
      <p:ext uri="{BB962C8B-B14F-4D97-AF65-F5344CB8AC3E}">
        <p14:creationId xmlns:p14="http://schemas.microsoft.com/office/powerpoint/2010/main" val="2508102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xit" presetSubtype="4" fill="hold" nodeType="withEffect">
                                  <p:stCondLst>
                                    <p:cond delay="0"/>
                                  </p:stCondLst>
                                  <p:childTnLst>
                                    <p:anim calcmode="lin" valueType="num">
                                      <p:cBhvr additive="base">
                                        <p:cTn id="10" dur="500"/>
                                        <p:tgtEl>
                                          <p:spTgt spid="19"/>
                                        </p:tgtEl>
                                        <p:attrNameLst>
                                          <p:attrName>ppt_x</p:attrName>
                                        </p:attrNameLst>
                                      </p:cBhvr>
                                      <p:tavLst>
                                        <p:tav tm="0">
                                          <p:val>
                                            <p:strVal val="ppt_x"/>
                                          </p:val>
                                        </p:tav>
                                        <p:tav tm="100000">
                                          <p:val>
                                            <p:strVal val="ppt_x"/>
                                          </p:val>
                                        </p:tav>
                                      </p:tavLst>
                                    </p:anim>
                                    <p:anim calcmode="lin" valueType="num">
                                      <p:cBhvr additive="base">
                                        <p:cTn id="11" dur="500"/>
                                        <p:tgtEl>
                                          <p:spTgt spid="19"/>
                                        </p:tgtEl>
                                        <p:attrNameLst>
                                          <p:attrName>ppt_y</p:attrName>
                                        </p:attrNameLst>
                                      </p:cBhvr>
                                      <p:tavLst>
                                        <p:tav tm="0">
                                          <p:val>
                                            <p:strVal val="ppt_y"/>
                                          </p:val>
                                        </p:tav>
                                        <p:tav tm="100000">
                                          <p:val>
                                            <p:strVal val="1+ppt_h/2"/>
                                          </p:val>
                                        </p:tav>
                                      </p:tavLst>
                                    </p:anim>
                                    <p:set>
                                      <p:cBhvr>
                                        <p:cTn id="1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293872A8-C3FA-4852-99A7-59CB13CE9BC4}"/>
              </a:ext>
            </a:extLst>
          </p:cNvPr>
          <p:cNvGrpSpPr/>
          <p:nvPr/>
        </p:nvGrpSpPr>
        <p:grpSpPr>
          <a:xfrm>
            <a:off x="154562" y="2049384"/>
            <a:ext cx="8833288" cy="2351219"/>
            <a:chOff x="304799" y="4344218"/>
            <a:chExt cx="8833288" cy="2351219"/>
          </a:xfrm>
        </p:grpSpPr>
        <p:pic>
          <p:nvPicPr>
            <p:cNvPr id="7" name="Picture 6">
              <a:extLst>
                <a:ext uri="{FF2B5EF4-FFF2-40B4-BE49-F238E27FC236}">
                  <a16:creationId xmlns:a16="http://schemas.microsoft.com/office/drawing/2014/main" id="{C1A5C216-8E2F-42AE-B772-188E8B83D9CD}"/>
                </a:ext>
              </a:extLst>
            </p:cNvPr>
            <p:cNvPicPr>
              <a:picLocks noChangeAspect="1"/>
            </p:cNvPicPr>
            <p:nvPr/>
          </p:nvPicPr>
          <p:blipFill rotWithShape="1">
            <a:blip r:embed="rId3">
              <a:extLst>
                <a:ext uri="{28A0092B-C50C-407E-A947-70E740481C1C}">
                  <a14:useLocalDpi xmlns:a14="http://schemas.microsoft.com/office/drawing/2010/main" val="0"/>
                </a:ext>
              </a:extLst>
            </a:blip>
            <a:srcRect l="7751"/>
            <a:stretch/>
          </p:blipFill>
          <p:spPr>
            <a:xfrm>
              <a:off x="304799" y="4344218"/>
              <a:ext cx="3214995" cy="2319187"/>
            </a:xfrm>
            <a:prstGeom prst="rect">
              <a:avLst/>
            </a:prstGeom>
          </p:spPr>
        </p:pic>
        <p:pic>
          <p:nvPicPr>
            <p:cNvPr id="8" name="Picture 7">
              <a:extLst>
                <a:ext uri="{FF2B5EF4-FFF2-40B4-BE49-F238E27FC236}">
                  <a16:creationId xmlns:a16="http://schemas.microsoft.com/office/drawing/2014/main" id="{5E041766-1EDC-49A4-92FD-2C85978935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6600" y="4344219"/>
              <a:ext cx="5861487" cy="2351218"/>
            </a:xfrm>
            <a:prstGeom prst="rect">
              <a:avLst/>
            </a:prstGeom>
          </p:spPr>
        </p:pic>
      </p:grpSp>
      <p:grpSp>
        <p:nvGrpSpPr>
          <p:cNvPr id="9" name="Group 8">
            <a:extLst>
              <a:ext uri="{FF2B5EF4-FFF2-40B4-BE49-F238E27FC236}">
                <a16:creationId xmlns:a16="http://schemas.microsoft.com/office/drawing/2014/main" id="{315F6F96-1CEB-4ED1-A550-87B9C5D6234D}"/>
              </a:ext>
            </a:extLst>
          </p:cNvPr>
          <p:cNvGrpSpPr/>
          <p:nvPr/>
        </p:nvGrpSpPr>
        <p:grpSpPr>
          <a:xfrm>
            <a:off x="-235" y="2514600"/>
            <a:ext cx="8915635" cy="4369838"/>
            <a:chOff x="3739" y="2353670"/>
            <a:chExt cx="8915635" cy="4369838"/>
          </a:xfrm>
        </p:grpSpPr>
        <p:grpSp>
          <p:nvGrpSpPr>
            <p:cNvPr id="10" name="Group 9">
              <a:extLst>
                <a:ext uri="{FF2B5EF4-FFF2-40B4-BE49-F238E27FC236}">
                  <a16:creationId xmlns:a16="http://schemas.microsoft.com/office/drawing/2014/main" id="{E3DDB682-9382-4BBF-8182-30A9BE594BC7}"/>
                </a:ext>
              </a:extLst>
            </p:cNvPr>
            <p:cNvGrpSpPr/>
            <p:nvPr/>
          </p:nvGrpSpPr>
          <p:grpSpPr>
            <a:xfrm>
              <a:off x="3739" y="2353670"/>
              <a:ext cx="8915635" cy="4369838"/>
              <a:chOff x="101148" y="2291407"/>
              <a:chExt cx="8915635" cy="4369838"/>
            </a:xfrm>
          </p:grpSpPr>
          <p:pic>
            <p:nvPicPr>
              <p:cNvPr id="12" name="Picture 11">
                <a:extLst>
                  <a:ext uri="{FF2B5EF4-FFF2-40B4-BE49-F238E27FC236}">
                    <a16:creationId xmlns:a16="http://schemas.microsoft.com/office/drawing/2014/main" id="{C3EAA7F0-F19D-40FD-8FA2-F6316BA8A6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148" y="4452770"/>
                <a:ext cx="3274230" cy="2178851"/>
              </a:xfrm>
              <a:prstGeom prst="rect">
                <a:avLst/>
              </a:prstGeom>
            </p:spPr>
          </p:pic>
          <p:pic>
            <p:nvPicPr>
              <p:cNvPr id="13" name="Picture 12">
                <a:extLst>
                  <a:ext uri="{FF2B5EF4-FFF2-40B4-BE49-F238E27FC236}">
                    <a16:creationId xmlns:a16="http://schemas.microsoft.com/office/drawing/2014/main" id="{AB906012-4E1B-4726-A718-6C481871E7BF}"/>
                  </a:ext>
                </a:extLst>
              </p:cNvPr>
              <p:cNvPicPr>
                <a:picLocks noChangeAspect="1"/>
              </p:cNvPicPr>
              <p:nvPr/>
            </p:nvPicPr>
            <p:blipFill rotWithShape="1">
              <a:blip r:embed="rId6">
                <a:extLst>
                  <a:ext uri="{28A0092B-C50C-407E-A947-70E740481C1C}">
                    <a14:useLocalDpi xmlns:a14="http://schemas.microsoft.com/office/drawing/2010/main" val="0"/>
                  </a:ext>
                </a:extLst>
              </a:blip>
              <a:srcRect l="29381" r="32947"/>
              <a:stretch/>
            </p:blipFill>
            <p:spPr>
              <a:xfrm>
                <a:off x="7847647" y="4900665"/>
                <a:ext cx="1169136" cy="1716173"/>
              </a:xfrm>
              <a:prstGeom prst="rect">
                <a:avLst/>
              </a:prstGeom>
            </p:spPr>
          </p:pic>
          <p:pic>
            <p:nvPicPr>
              <p:cNvPr id="14" name="Picture 13">
                <a:extLst>
                  <a:ext uri="{FF2B5EF4-FFF2-40B4-BE49-F238E27FC236}">
                    <a16:creationId xmlns:a16="http://schemas.microsoft.com/office/drawing/2014/main" id="{EB127ECB-D2FA-4F16-85A6-5190277F0B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63335" y="2606479"/>
                <a:ext cx="3189322" cy="4054766"/>
              </a:xfrm>
              <a:prstGeom prst="rect">
                <a:avLst/>
              </a:prstGeom>
            </p:spPr>
          </p:pic>
          <p:pic>
            <p:nvPicPr>
              <p:cNvPr id="15" name="Picture 14">
                <a:extLst>
                  <a:ext uri="{FF2B5EF4-FFF2-40B4-BE49-F238E27FC236}">
                    <a16:creationId xmlns:a16="http://schemas.microsoft.com/office/drawing/2014/main" id="{FF62E2B9-8C72-4CB3-B3F9-FCABB695CA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27161" y="3424567"/>
                <a:ext cx="2689332" cy="1511062"/>
              </a:xfrm>
              <a:prstGeom prst="rect">
                <a:avLst/>
              </a:prstGeom>
            </p:spPr>
          </p:pic>
          <p:pic>
            <p:nvPicPr>
              <p:cNvPr id="16" name="Picture 15">
                <a:extLst>
                  <a:ext uri="{FF2B5EF4-FFF2-40B4-BE49-F238E27FC236}">
                    <a16:creationId xmlns:a16="http://schemas.microsoft.com/office/drawing/2014/main" id="{D03331BA-B165-4A29-A025-A98FE8ACD09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1067" y="2310570"/>
                <a:ext cx="2962323" cy="2123930"/>
              </a:xfrm>
              <a:prstGeom prst="rect">
                <a:avLst/>
              </a:prstGeom>
            </p:spPr>
          </p:pic>
          <p:pic>
            <p:nvPicPr>
              <p:cNvPr id="17" name="Picture 16">
                <a:extLst>
                  <a:ext uri="{FF2B5EF4-FFF2-40B4-BE49-F238E27FC236}">
                    <a16:creationId xmlns:a16="http://schemas.microsoft.com/office/drawing/2014/main" id="{5BFA2B84-BB7D-4CC9-B0FB-C2BD88B902F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327161" y="2291407"/>
                <a:ext cx="2009652" cy="1125405"/>
              </a:xfrm>
              <a:prstGeom prst="rect">
                <a:avLst/>
              </a:prstGeom>
            </p:spPr>
          </p:pic>
        </p:grpSp>
        <p:pic>
          <p:nvPicPr>
            <p:cNvPr id="11" name="Picture 10">
              <a:extLst>
                <a:ext uri="{FF2B5EF4-FFF2-40B4-BE49-F238E27FC236}">
                  <a16:creationId xmlns:a16="http://schemas.microsoft.com/office/drawing/2014/main" id="{191197F5-503A-4736-98AD-559D4DA08B63}"/>
                </a:ext>
              </a:extLst>
            </p:cNvPr>
            <p:cNvPicPr>
              <a:picLocks noChangeAspect="1"/>
            </p:cNvPicPr>
            <p:nvPr/>
          </p:nvPicPr>
          <p:blipFill rotWithShape="1">
            <a:blip r:embed="rId11">
              <a:extLst>
                <a:ext uri="{28A0092B-C50C-407E-A947-70E740481C1C}">
                  <a14:useLocalDpi xmlns:a14="http://schemas.microsoft.com/office/drawing/2010/main" val="0"/>
                </a:ext>
              </a:extLst>
            </a:blip>
            <a:srcRect l="2833" t="6759" r="15955" b="25137"/>
            <a:stretch/>
          </p:blipFill>
          <p:spPr>
            <a:xfrm>
              <a:off x="6354294" y="5005647"/>
              <a:ext cx="1412566" cy="1673454"/>
            </a:xfrm>
            <a:prstGeom prst="rect">
              <a:avLst/>
            </a:prstGeom>
          </p:spPr>
        </p:pic>
      </p:grpSp>
      <p:sp>
        <p:nvSpPr>
          <p:cNvPr id="2" name="Title 1">
            <a:extLst>
              <a:ext uri="{FF2B5EF4-FFF2-40B4-BE49-F238E27FC236}">
                <a16:creationId xmlns:a16="http://schemas.microsoft.com/office/drawing/2014/main" id="{8467ABE1-1876-47A3-8A45-B406AEAF71DC}"/>
              </a:ext>
            </a:extLst>
          </p:cNvPr>
          <p:cNvSpPr>
            <a:spLocks noGrp="1"/>
          </p:cNvSpPr>
          <p:nvPr>
            <p:ph type="title"/>
          </p:nvPr>
        </p:nvSpPr>
        <p:spPr>
          <a:xfrm>
            <a:off x="990600" y="17969"/>
            <a:ext cx="7161213" cy="1066294"/>
          </a:xfrm>
        </p:spPr>
        <p:txBody>
          <a:bodyPr/>
          <a:lstStyle/>
          <a:p>
            <a:r>
              <a:rPr lang="en-US" dirty="0"/>
              <a:t>Step 3: Work Hard at Job </a:t>
            </a:r>
            <a:br>
              <a:rPr lang="en-US" dirty="0"/>
            </a:br>
            <a:r>
              <a:rPr lang="en-US" dirty="0"/>
              <a:t>Using Valuable Skill</a:t>
            </a:r>
          </a:p>
        </p:txBody>
      </p:sp>
      <p:sp>
        <p:nvSpPr>
          <p:cNvPr id="3" name="Content Placeholder 2">
            <a:extLst>
              <a:ext uri="{FF2B5EF4-FFF2-40B4-BE49-F238E27FC236}">
                <a16:creationId xmlns:a16="http://schemas.microsoft.com/office/drawing/2014/main" id="{EB211FF1-6929-458C-A822-A5684C0FB8E3}"/>
              </a:ext>
            </a:extLst>
          </p:cNvPr>
          <p:cNvSpPr>
            <a:spLocks noGrp="1"/>
          </p:cNvSpPr>
          <p:nvPr>
            <p:ph idx="1"/>
          </p:nvPr>
        </p:nvSpPr>
        <p:spPr>
          <a:xfrm>
            <a:off x="-8906" y="1147775"/>
            <a:ext cx="8704696" cy="814388"/>
          </a:xfrm>
        </p:spPr>
        <p:txBody>
          <a:bodyPr/>
          <a:lstStyle/>
          <a:p>
            <a:r>
              <a:rPr lang="en-US" sz="1600" dirty="0"/>
              <a:t>York International</a:t>
            </a:r>
          </a:p>
          <a:p>
            <a:pPr lvl="1"/>
            <a:r>
              <a:rPr lang="en-US" sz="1400" dirty="0"/>
              <a:t>Designed and produced air handlers to keep things comfortable </a:t>
            </a:r>
            <a:br>
              <a:rPr lang="en-US" sz="1400" dirty="0"/>
            </a:br>
            <a:r>
              <a:rPr lang="en-US" sz="1400" dirty="0"/>
              <a:t>and quiet in schools, concert halls, and hospitals</a:t>
            </a:r>
          </a:p>
        </p:txBody>
      </p:sp>
      <p:sp>
        <p:nvSpPr>
          <p:cNvPr id="4" name="Content Placeholder 2">
            <a:extLst>
              <a:ext uri="{FF2B5EF4-FFF2-40B4-BE49-F238E27FC236}">
                <a16:creationId xmlns:a16="http://schemas.microsoft.com/office/drawing/2014/main" id="{24830788-11EF-46AA-B1CA-204B7C546920}"/>
              </a:ext>
            </a:extLst>
          </p:cNvPr>
          <p:cNvSpPr txBox="1">
            <a:spLocks/>
          </p:cNvSpPr>
          <p:nvPr/>
        </p:nvSpPr>
        <p:spPr bwMode="auto">
          <a:xfrm>
            <a:off x="-235" y="1143000"/>
            <a:ext cx="8642350" cy="1395411"/>
          </a:xfrm>
          <a:prstGeom prst="rect">
            <a:avLst/>
          </a:prstGeom>
          <a:noFill/>
          <a:ln w="9525">
            <a:noFill/>
            <a:round/>
            <a:headEnd/>
            <a:tailEnd/>
          </a:ln>
          <a:effectLst/>
        </p:spPr>
        <p:txBody>
          <a:bodyPr vert="horz" wrap="square" lIns="87480" tIns="42840" rIns="87480" bIns="42840" numCol="1" anchor="t" anchorCtr="0" compatLnSpc="1">
            <a:prstTxWarp prst="textNoShape">
              <a:avLst/>
            </a:prstTxWarp>
          </a:bodyPr>
          <a:lstStyle>
            <a:lvl1pPr marL="268288" indent="-268288" algn="l" defTabSz="457200" rtl="0" eaLnBrk="1" fontAlgn="base" hangingPunct="1">
              <a:lnSpc>
                <a:spcPct val="90000"/>
              </a:lnSpc>
              <a:spcBef>
                <a:spcPts val="825"/>
              </a:spcBef>
              <a:spcAft>
                <a:spcPct val="0"/>
              </a:spcAft>
              <a:buClr>
                <a:srgbClr val="000000"/>
              </a:buClr>
              <a:buSzPct val="100000"/>
              <a:buFont typeface="Arial" charset="0"/>
              <a:buChar char="•"/>
              <a:defRPr sz="2200" b="1">
                <a:solidFill>
                  <a:srgbClr val="000000"/>
                </a:solidFill>
                <a:latin typeface="+mn-lt"/>
                <a:ea typeface="+mn-ea"/>
                <a:cs typeface="+mn-cs"/>
              </a:defRPr>
            </a:lvl1pPr>
            <a:lvl2pPr marL="642938" indent="-215900" algn="l" defTabSz="457200" rtl="0" eaLnBrk="1" fontAlgn="base" hangingPunct="1">
              <a:lnSpc>
                <a:spcPct val="90000"/>
              </a:lnSpc>
              <a:spcBef>
                <a:spcPts val="675"/>
              </a:spcBef>
              <a:spcAft>
                <a:spcPct val="0"/>
              </a:spcAft>
              <a:buClr>
                <a:srgbClr val="000000"/>
              </a:buClr>
              <a:buSzPct val="100000"/>
              <a:buFont typeface="Arial" charset="0"/>
              <a:buChar char="-"/>
              <a:defRPr b="1">
                <a:solidFill>
                  <a:srgbClr val="000000"/>
                </a:solidFill>
                <a:latin typeface="+mn-lt"/>
                <a:cs typeface="+mn-cs"/>
              </a:defRPr>
            </a:lvl2pPr>
            <a:lvl3pPr marL="1074738" indent="-215900" algn="l" defTabSz="457200" rtl="0" eaLnBrk="1" fontAlgn="base" hangingPunct="1">
              <a:lnSpc>
                <a:spcPct val="90000"/>
              </a:lnSpc>
              <a:spcBef>
                <a:spcPts val="600"/>
              </a:spcBef>
              <a:spcAft>
                <a:spcPct val="0"/>
              </a:spcAft>
              <a:buClr>
                <a:srgbClr val="000000"/>
              </a:buClr>
              <a:buSzPct val="100000"/>
              <a:buFont typeface="Arial" charset="0"/>
              <a:buChar char="»"/>
              <a:defRPr sz="1600" b="1">
                <a:solidFill>
                  <a:srgbClr val="000000"/>
                </a:solidFill>
                <a:latin typeface="+mn-lt"/>
                <a:cs typeface="+mn-cs"/>
              </a:defRPr>
            </a:lvl3pPr>
            <a:lvl4pPr marL="1449388"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4pPr>
            <a:lvl5pPr marL="18796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5pPr>
            <a:lvl6pPr marL="23368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6pPr>
            <a:lvl7pPr marL="27940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7pPr>
            <a:lvl8pPr marL="32512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8pPr>
            <a:lvl9pPr marL="37084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9pPr>
          </a:lstStyle>
          <a:p>
            <a:r>
              <a:rPr lang="en-US" sz="1600" kern="0" dirty="0"/>
              <a:t>Moog-CSA Engineering </a:t>
            </a:r>
          </a:p>
          <a:p>
            <a:pPr lvl="1"/>
            <a:r>
              <a:rPr lang="en-US" sz="1400" kern="0" dirty="0"/>
              <a:t>Projects: Space Launch System (rocket to go to the moon), ESPA (mount lots of small satellites on big rockets), NICER (looking at the sun’s energy from the International Space Station to feed environmental models for global warming calculations), XSS-11, DSX, Giant Magellan Telescope (six 27’ mirrors to make an 80 ft visible spectrum telescope, resolution 10 times better than Hubble), Recon Optical telescopes for pods on F-15 jets.</a:t>
            </a:r>
          </a:p>
        </p:txBody>
      </p:sp>
      <p:sp>
        <p:nvSpPr>
          <p:cNvPr id="5" name="Content Placeholder 2">
            <a:extLst>
              <a:ext uri="{FF2B5EF4-FFF2-40B4-BE49-F238E27FC236}">
                <a16:creationId xmlns:a16="http://schemas.microsoft.com/office/drawing/2014/main" id="{A240F42F-9275-41E4-BCE6-576AFF258334}"/>
              </a:ext>
            </a:extLst>
          </p:cNvPr>
          <p:cNvSpPr txBox="1">
            <a:spLocks/>
          </p:cNvSpPr>
          <p:nvPr/>
        </p:nvSpPr>
        <p:spPr bwMode="auto">
          <a:xfrm>
            <a:off x="0" y="1143000"/>
            <a:ext cx="8642350" cy="814388"/>
          </a:xfrm>
          <a:prstGeom prst="rect">
            <a:avLst/>
          </a:prstGeom>
          <a:noFill/>
          <a:ln w="9525">
            <a:noFill/>
            <a:round/>
            <a:headEnd/>
            <a:tailEnd/>
          </a:ln>
          <a:effectLst/>
        </p:spPr>
        <p:txBody>
          <a:bodyPr vert="horz" wrap="square" lIns="87480" tIns="42840" rIns="87480" bIns="42840" numCol="1" anchor="t" anchorCtr="0" compatLnSpc="1">
            <a:prstTxWarp prst="textNoShape">
              <a:avLst/>
            </a:prstTxWarp>
          </a:bodyPr>
          <a:lstStyle>
            <a:lvl1pPr marL="268288" indent="-268288" algn="l" defTabSz="457200" rtl="0" eaLnBrk="1" fontAlgn="base" hangingPunct="1">
              <a:lnSpc>
                <a:spcPct val="90000"/>
              </a:lnSpc>
              <a:spcBef>
                <a:spcPts val="825"/>
              </a:spcBef>
              <a:spcAft>
                <a:spcPct val="0"/>
              </a:spcAft>
              <a:buClr>
                <a:srgbClr val="000000"/>
              </a:buClr>
              <a:buSzPct val="100000"/>
              <a:buFont typeface="Arial" charset="0"/>
              <a:buChar char="•"/>
              <a:defRPr sz="2200" b="1">
                <a:solidFill>
                  <a:srgbClr val="000000"/>
                </a:solidFill>
                <a:latin typeface="+mn-lt"/>
                <a:ea typeface="+mn-ea"/>
                <a:cs typeface="+mn-cs"/>
              </a:defRPr>
            </a:lvl1pPr>
            <a:lvl2pPr marL="642938" indent="-215900" algn="l" defTabSz="457200" rtl="0" eaLnBrk="1" fontAlgn="base" hangingPunct="1">
              <a:lnSpc>
                <a:spcPct val="90000"/>
              </a:lnSpc>
              <a:spcBef>
                <a:spcPts val="675"/>
              </a:spcBef>
              <a:spcAft>
                <a:spcPct val="0"/>
              </a:spcAft>
              <a:buClr>
                <a:srgbClr val="000000"/>
              </a:buClr>
              <a:buSzPct val="100000"/>
              <a:buFont typeface="Arial" charset="0"/>
              <a:buChar char="-"/>
              <a:defRPr b="1">
                <a:solidFill>
                  <a:srgbClr val="000000"/>
                </a:solidFill>
                <a:latin typeface="+mn-lt"/>
                <a:cs typeface="+mn-cs"/>
              </a:defRPr>
            </a:lvl2pPr>
            <a:lvl3pPr marL="1074738" indent="-215900" algn="l" defTabSz="457200" rtl="0" eaLnBrk="1" fontAlgn="base" hangingPunct="1">
              <a:lnSpc>
                <a:spcPct val="90000"/>
              </a:lnSpc>
              <a:spcBef>
                <a:spcPts val="600"/>
              </a:spcBef>
              <a:spcAft>
                <a:spcPct val="0"/>
              </a:spcAft>
              <a:buClr>
                <a:srgbClr val="000000"/>
              </a:buClr>
              <a:buSzPct val="100000"/>
              <a:buFont typeface="Arial" charset="0"/>
              <a:buChar char="»"/>
              <a:defRPr sz="1600" b="1">
                <a:solidFill>
                  <a:srgbClr val="000000"/>
                </a:solidFill>
                <a:latin typeface="+mn-lt"/>
                <a:cs typeface="+mn-cs"/>
              </a:defRPr>
            </a:lvl3pPr>
            <a:lvl4pPr marL="1449388"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4pPr>
            <a:lvl5pPr marL="18796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5pPr>
            <a:lvl6pPr marL="23368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6pPr>
            <a:lvl7pPr marL="27940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7pPr>
            <a:lvl8pPr marL="32512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8pPr>
            <a:lvl9pPr marL="37084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9pPr>
          </a:lstStyle>
          <a:p>
            <a:r>
              <a:rPr lang="en-US" sz="1600" kern="0" dirty="0"/>
              <a:t>Sandia National Laboratories </a:t>
            </a:r>
          </a:p>
          <a:p>
            <a:pPr lvl="1"/>
            <a:r>
              <a:rPr lang="en-US" sz="1400" kern="0" dirty="0"/>
              <a:t>Evaluate the engineering work of others to ensure that it meets technical rigor in order to keep our country safe </a:t>
            </a:r>
          </a:p>
          <a:p>
            <a:endParaRPr lang="en-US" kern="0" dirty="0"/>
          </a:p>
        </p:txBody>
      </p:sp>
      <p:grpSp>
        <p:nvGrpSpPr>
          <p:cNvPr id="18" name="Group 17">
            <a:extLst>
              <a:ext uri="{FF2B5EF4-FFF2-40B4-BE49-F238E27FC236}">
                <a16:creationId xmlns:a16="http://schemas.microsoft.com/office/drawing/2014/main" id="{7D334225-CED6-4DB5-B82E-BD1DD548A672}"/>
              </a:ext>
            </a:extLst>
          </p:cNvPr>
          <p:cNvGrpSpPr/>
          <p:nvPr/>
        </p:nvGrpSpPr>
        <p:grpSpPr>
          <a:xfrm>
            <a:off x="1166871" y="2232748"/>
            <a:ext cx="6671989" cy="4071015"/>
            <a:chOff x="2233057" y="2592392"/>
            <a:chExt cx="6671989" cy="4071015"/>
          </a:xfrm>
        </p:grpSpPr>
        <p:pic>
          <p:nvPicPr>
            <p:cNvPr id="19" name="Picture 18">
              <a:extLst>
                <a:ext uri="{FF2B5EF4-FFF2-40B4-BE49-F238E27FC236}">
                  <a16:creationId xmlns:a16="http://schemas.microsoft.com/office/drawing/2014/main" id="{B4774A05-1E17-4074-ABCA-88A32E2772F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33057" y="4773859"/>
              <a:ext cx="3178373" cy="1889548"/>
            </a:xfrm>
            <a:prstGeom prst="rect">
              <a:avLst/>
            </a:prstGeom>
          </p:spPr>
        </p:pic>
        <p:pic>
          <p:nvPicPr>
            <p:cNvPr id="20" name="Picture 19">
              <a:extLst>
                <a:ext uri="{FF2B5EF4-FFF2-40B4-BE49-F238E27FC236}">
                  <a16:creationId xmlns:a16="http://schemas.microsoft.com/office/drawing/2014/main" id="{B91B704D-4BD8-490F-A6A8-0F309318CB1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426952" y="4313236"/>
              <a:ext cx="3478094" cy="2314513"/>
            </a:xfrm>
            <a:prstGeom prst="rect">
              <a:avLst/>
            </a:prstGeom>
          </p:spPr>
        </p:pic>
        <p:pic>
          <p:nvPicPr>
            <p:cNvPr id="21" name="Picture 20">
              <a:extLst>
                <a:ext uri="{FF2B5EF4-FFF2-40B4-BE49-F238E27FC236}">
                  <a16:creationId xmlns:a16="http://schemas.microsoft.com/office/drawing/2014/main" id="{A9A6BD12-9C03-4A93-844E-30B2DA740CF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259956" y="2592392"/>
              <a:ext cx="3178373" cy="2181466"/>
            </a:xfrm>
            <a:prstGeom prst="rect">
              <a:avLst/>
            </a:prstGeom>
          </p:spPr>
        </p:pic>
        <p:pic>
          <p:nvPicPr>
            <p:cNvPr id="22" name="Picture 21">
              <a:extLst>
                <a:ext uri="{FF2B5EF4-FFF2-40B4-BE49-F238E27FC236}">
                  <a16:creationId xmlns:a16="http://schemas.microsoft.com/office/drawing/2014/main" id="{1444E019-48BC-41BB-BFF9-2A0B8DB6C75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433839" y="2961473"/>
              <a:ext cx="3467653" cy="1387061"/>
            </a:xfrm>
            <a:prstGeom prst="rect">
              <a:avLst/>
            </a:prstGeom>
          </p:spPr>
        </p:pic>
      </p:grpSp>
    </p:spTree>
    <p:extLst>
      <p:ext uri="{BB962C8B-B14F-4D97-AF65-F5344CB8AC3E}">
        <p14:creationId xmlns:p14="http://schemas.microsoft.com/office/powerpoint/2010/main" val="362464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7" dur="500"/>
                                        <p:tgtEl>
                                          <p:spTgt spid="3">
                                            <p:txEl>
                                              <p:pRg st="0" end="0"/>
                                            </p:txEl>
                                          </p:spTgt>
                                        </p:tgtEl>
                                        <p:attrNameLst>
                                          <p:attrName>ppt_y</p:attrName>
                                        </p:attrNameLst>
                                      </p:cBhvr>
                                      <p:tavLst>
                                        <p:tav tm="0">
                                          <p:val>
                                            <p:strVal val="ppt_y"/>
                                          </p:val>
                                        </p:tav>
                                        <p:tav tm="100000">
                                          <p:val>
                                            <p:strVal val="1+ppt_h/2"/>
                                          </p:val>
                                        </p:tav>
                                      </p:tavLst>
                                    </p:anim>
                                    <p:set>
                                      <p:cBhvr>
                                        <p:cTn id="8" dur="1" fill="hold">
                                          <p:stCondLst>
                                            <p:cond delay="499"/>
                                          </p:stCondLst>
                                        </p:cTn>
                                        <p:tgtEl>
                                          <p:spTgt spid="3">
                                            <p:txEl>
                                              <p:pRg st="0" end="0"/>
                                            </p:txEl>
                                          </p:spTgt>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1" dur="500"/>
                                        <p:tgtEl>
                                          <p:spTgt spid="3">
                                            <p:txEl>
                                              <p:pRg st="1" end="1"/>
                                            </p:txEl>
                                          </p:spTgt>
                                        </p:tgtEl>
                                        <p:attrNameLst>
                                          <p:attrName>ppt_y</p:attrName>
                                        </p:attrNameLst>
                                      </p:cBhvr>
                                      <p:tavLst>
                                        <p:tav tm="0">
                                          <p:val>
                                            <p:strVal val="ppt_y"/>
                                          </p:val>
                                        </p:tav>
                                        <p:tav tm="100000">
                                          <p:val>
                                            <p:strVal val="1+ppt_h/2"/>
                                          </p:val>
                                        </p:tav>
                                      </p:tavLst>
                                    </p:anim>
                                    <p:set>
                                      <p:cBhvr>
                                        <p:cTn id="12" dur="1" fill="hold">
                                          <p:stCondLst>
                                            <p:cond delay="499"/>
                                          </p:stCondLst>
                                        </p:cTn>
                                        <p:tgtEl>
                                          <p:spTgt spid="3">
                                            <p:txEl>
                                              <p:pRg st="1" end="1"/>
                                            </p:txEl>
                                          </p:spTgt>
                                        </p:tgtEl>
                                        <p:attrNameLst>
                                          <p:attrName>style.visibility</p:attrName>
                                        </p:attrNameLst>
                                      </p:cBhvr>
                                      <p:to>
                                        <p:strVal val="hidden"/>
                                      </p:to>
                                    </p:set>
                                  </p:childTnLst>
                                </p:cTn>
                              </p:par>
                              <p:par>
                                <p:cTn id="13" presetID="2" presetClass="exit" presetSubtype="4" fill="hold" nodeType="withEffect">
                                  <p:stCondLst>
                                    <p:cond delay="0"/>
                                  </p:stCondLst>
                                  <p:childTnLst>
                                    <p:anim calcmode="lin" valueType="num">
                                      <p:cBhvr additive="base">
                                        <p:cTn id="14" dur="500"/>
                                        <p:tgtEl>
                                          <p:spTgt spid="6"/>
                                        </p:tgtEl>
                                        <p:attrNameLst>
                                          <p:attrName>ppt_x</p:attrName>
                                        </p:attrNameLst>
                                      </p:cBhvr>
                                      <p:tavLst>
                                        <p:tav tm="0">
                                          <p:val>
                                            <p:strVal val="ppt_x"/>
                                          </p:val>
                                        </p:tav>
                                        <p:tav tm="100000">
                                          <p:val>
                                            <p:strVal val="ppt_x"/>
                                          </p:val>
                                        </p:tav>
                                      </p:tavLst>
                                    </p:anim>
                                    <p:anim calcmode="lin" valueType="num">
                                      <p:cBhvr additive="base">
                                        <p:cTn id="15" dur="500"/>
                                        <p:tgtEl>
                                          <p:spTgt spid="6"/>
                                        </p:tgtEl>
                                        <p:attrNameLst>
                                          <p:attrName>ppt_y</p:attrName>
                                        </p:attrNameLst>
                                      </p:cBhvr>
                                      <p:tavLst>
                                        <p:tav tm="0">
                                          <p:val>
                                            <p:strVal val="ppt_y"/>
                                          </p:val>
                                        </p:tav>
                                        <p:tav tm="100000">
                                          <p:val>
                                            <p:strVal val="1+ppt_h/2"/>
                                          </p:val>
                                        </p:tav>
                                      </p:tavLst>
                                    </p:anim>
                                    <p:set>
                                      <p:cBhvr>
                                        <p:cTn id="16" dur="1" fill="hold">
                                          <p:stCondLst>
                                            <p:cond delay="499"/>
                                          </p:stCondLst>
                                        </p:cTn>
                                        <p:tgtEl>
                                          <p:spTgt spid="6"/>
                                        </p:tgtEl>
                                        <p:attrNameLst>
                                          <p:attrName>style.visibility</p:attrName>
                                        </p:attrNameLst>
                                      </p:cBhvr>
                                      <p:to>
                                        <p:strVal val="hidden"/>
                                      </p:to>
                                    </p:set>
                                  </p:childTnLst>
                                </p:cTn>
                              </p:par>
                              <p:par>
                                <p:cTn id="17" presetID="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xit" presetSubtype="4" fill="hold" nodeType="clickEffect">
                                  <p:stCondLst>
                                    <p:cond delay="0"/>
                                  </p:stCondLst>
                                  <p:childTnLst>
                                    <p:anim calcmode="lin" valueType="num">
                                      <p:cBhvr additive="base">
                                        <p:cTn id="28" dur="500"/>
                                        <p:tgtEl>
                                          <p:spTgt spid="9"/>
                                        </p:tgtEl>
                                        <p:attrNameLst>
                                          <p:attrName>ppt_x</p:attrName>
                                        </p:attrNameLst>
                                      </p:cBhvr>
                                      <p:tavLst>
                                        <p:tav tm="0">
                                          <p:val>
                                            <p:strVal val="ppt_x"/>
                                          </p:val>
                                        </p:tav>
                                        <p:tav tm="100000">
                                          <p:val>
                                            <p:strVal val="ppt_x"/>
                                          </p:val>
                                        </p:tav>
                                      </p:tavLst>
                                    </p:anim>
                                    <p:anim calcmode="lin" valueType="num">
                                      <p:cBhvr additive="base">
                                        <p:cTn id="29" dur="500"/>
                                        <p:tgtEl>
                                          <p:spTgt spid="9"/>
                                        </p:tgtEl>
                                        <p:attrNameLst>
                                          <p:attrName>ppt_y</p:attrName>
                                        </p:attrNameLst>
                                      </p:cBhvr>
                                      <p:tavLst>
                                        <p:tav tm="0">
                                          <p:val>
                                            <p:strVal val="ppt_y"/>
                                          </p:val>
                                        </p:tav>
                                        <p:tav tm="100000">
                                          <p:val>
                                            <p:strVal val="1+ppt_h/2"/>
                                          </p:val>
                                        </p:tav>
                                      </p:tavLst>
                                    </p:anim>
                                    <p:set>
                                      <p:cBhvr>
                                        <p:cTn id="30" dur="1" fill="hold">
                                          <p:stCondLst>
                                            <p:cond delay="499"/>
                                          </p:stCondLst>
                                        </p:cTn>
                                        <p:tgtEl>
                                          <p:spTgt spid="9"/>
                                        </p:tgtEl>
                                        <p:attrNameLst>
                                          <p:attrName>style.visibility</p:attrName>
                                        </p:attrNameLst>
                                      </p:cBhvr>
                                      <p:to>
                                        <p:strVal val="hidden"/>
                                      </p:to>
                                    </p:set>
                                  </p:childTnLst>
                                </p:cTn>
                              </p:par>
                              <p:par>
                                <p:cTn id="31" presetID="2" presetClass="exit" presetSubtype="4" fill="hold" grpId="1" nodeType="withEffect">
                                  <p:stCondLst>
                                    <p:cond delay="0"/>
                                  </p:stCondLst>
                                  <p:childTnLst>
                                    <p:anim calcmode="lin" valueType="num">
                                      <p:cBhvr additive="base">
                                        <p:cTn id="32" dur="500"/>
                                        <p:tgtEl>
                                          <p:spTgt spid="4"/>
                                        </p:tgtEl>
                                        <p:attrNameLst>
                                          <p:attrName>ppt_x</p:attrName>
                                        </p:attrNameLst>
                                      </p:cBhvr>
                                      <p:tavLst>
                                        <p:tav tm="0">
                                          <p:val>
                                            <p:strVal val="ppt_x"/>
                                          </p:val>
                                        </p:tav>
                                        <p:tav tm="100000">
                                          <p:val>
                                            <p:strVal val="ppt_x"/>
                                          </p:val>
                                        </p:tav>
                                      </p:tavLst>
                                    </p:anim>
                                    <p:anim calcmode="lin" valueType="num">
                                      <p:cBhvr additive="base">
                                        <p:cTn id="33" dur="500"/>
                                        <p:tgtEl>
                                          <p:spTgt spid="4"/>
                                        </p:tgtEl>
                                        <p:attrNameLst>
                                          <p:attrName>ppt_y</p:attrName>
                                        </p:attrNameLst>
                                      </p:cBhvr>
                                      <p:tavLst>
                                        <p:tav tm="0">
                                          <p:val>
                                            <p:strVal val="ppt_y"/>
                                          </p:val>
                                        </p:tav>
                                        <p:tav tm="100000">
                                          <p:val>
                                            <p:strVal val="1+ppt_h/2"/>
                                          </p:val>
                                        </p:tav>
                                      </p:tavLst>
                                    </p:anim>
                                    <p:set>
                                      <p:cBhvr>
                                        <p:cTn id="34" dur="1" fill="hold">
                                          <p:stCondLst>
                                            <p:cond delay="499"/>
                                          </p:stCondLst>
                                        </p:cTn>
                                        <p:tgtEl>
                                          <p:spTgt spid="4"/>
                                        </p:tgtEl>
                                        <p:attrNameLst>
                                          <p:attrName>style.visibility</p:attrName>
                                        </p:attrNameLst>
                                      </p:cBhvr>
                                      <p:to>
                                        <p:strVal val="hidden"/>
                                      </p:to>
                                    </p:set>
                                  </p:childTnLst>
                                </p:cTn>
                              </p:par>
                              <p:par>
                                <p:cTn id="35" presetID="2" presetClass="entr" presetSubtype="4"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4" grpId="1"/>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09DF4-878C-42A8-9534-2BACE7236289}"/>
              </a:ext>
            </a:extLst>
          </p:cNvPr>
          <p:cNvSpPr>
            <a:spLocks noGrp="1"/>
          </p:cNvSpPr>
          <p:nvPr>
            <p:ph type="title"/>
          </p:nvPr>
        </p:nvSpPr>
        <p:spPr>
          <a:xfrm>
            <a:off x="990600" y="0"/>
            <a:ext cx="7161213" cy="1084263"/>
          </a:xfrm>
        </p:spPr>
        <p:txBody>
          <a:bodyPr/>
          <a:lstStyle/>
          <a:p>
            <a:r>
              <a:rPr lang="en-US" dirty="0"/>
              <a:t>Succeed in Any Career</a:t>
            </a:r>
          </a:p>
        </p:txBody>
      </p:sp>
      <p:sp>
        <p:nvSpPr>
          <p:cNvPr id="3" name="Content Placeholder 2">
            <a:extLst>
              <a:ext uri="{FF2B5EF4-FFF2-40B4-BE49-F238E27FC236}">
                <a16:creationId xmlns:a16="http://schemas.microsoft.com/office/drawing/2014/main" id="{F35203D1-0B5A-4456-A8C5-91A641086179}"/>
              </a:ext>
            </a:extLst>
          </p:cNvPr>
          <p:cNvSpPr>
            <a:spLocks noGrp="1"/>
          </p:cNvSpPr>
          <p:nvPr>
            <p:ph idx="1"/>
          </p:nvPr>
        </p:nvSpPr>
        <p:spPr>
          <a:xfrm>
            <a:off x="76200" y="1219200"/>
            <a:ext cx="8991600" cy="5183187"/>
          </a:xfrm>
        </p:spPr>
        <p:txBody>
          <a:bodyPr/>
          <a:lstStyle/>
          <a:p>
            <a:r>
              <a:rPr lang="en-US" dirty="0"/>
              <a:t>What are the most important ingredients to a successful career?</a:t>
            </a:r>
          </a:p>
          <a:p>
            <a:pPr lvl="1"/>
            <a:r>
              <a:rPr lang="en-US" dirty="0"/>
              <a:t>Hard work</a:t>
            </a:r>
          </a:p>
          <a:p>
            <a:pPr lvl="1"/>
            <a:r>
              <a:rPr lang="en-US" dirty="0"/>
              <a:t>Learn as much as possible about the field</a:t>
            </a:r>
          </a:p>
          <a:p>
            <a:pPr lvl="2"/>
            <a:r>
              <a:rPr lang="en-US" dirty="0"/>
              <a:t>Formal education</a:t>
            </a:r>
          </a:p>
          <a:p>
            <a:pPr lvl="2"/>
            <a:r>
              <a:rPr lang="en-US" dirty="0"/>
              <a:t>Internships</a:t>
            </a:r>
          </a:p>
          <a:p>
            <a:pPr lvl="2"/>
            <a:r>
              <a:rPr lang="en-US" dirty="0"/>
              <a:t>Apprenticeships</a:t>
            </a:r>
          </a:p>
          <a:p>
            <a:r>
              <a:rPr lang="en-US" dirty="0"/>
              <a:t>Very difficult and very dangerous jobs pay better than easy jobs</a:t>
            </a:r>
          </a:p>
          <a:p>
            <a:pPr lvl="1"/>
            <a:r>
              <a:rPr lang="en-US" dirty="0"/>
              <a:t>Examples: doctors and underwater welders</a:t>
            </a:r>
          </a:p>
          <a:p>
            <a:r>
              <a:rPr lang="en-US" dirty="0"/>
              <a:t>Jobs that can replicate at scale pay better than jobs that require individual attention</a:t>
            </a:r>
          </a:p>
          <a:p>
            <a:pPr lvl="1"/>
            <a:r>
              <a:rPr lang="en-US" dirty="0"/>
              <a:t>Software development vs. early childhood education</a:t>
            </a:r>
          </a:p>
          <a:p>
            <a:r>
              <a:rPr lang="en-US" dirty="0"/>
              <a:t>Pay isn’t the only factor in deciding on a career</a:t>
            </a:r>
          </a:p>
          <a:p>
            <a:pPr lvl="1"/>
            <a:r>
              <a:rPr lang="en-US" dirty="0"/>
              <a:t>The pay is terrible for artists, priests and stay-at-home moms, but the spiritual and emotional rewards are great – money isn’t the most important thing in life</a:t>
            </a:r>
          </a:p>
        </p:txBody>
      </p:sp>
    </p:spTree>
    <p:extLst>
      <p:ext uri="{BB962C8B-B14F-4D97-AF65-F5344CB8AC3E}">
        <p14:creationId xmlns:p14="http://schemas.microsoft.com/office/powerpoint/2010/main" val="1629879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67265E-AF55-476E-891B-2397DCDB666B}"/>
              </a:ext>
            </a:extLst>
          </p:cNvPr>
          <p:cNvSpPr>
            <a:spLocks noGrp="1"/>
          </p:cNvSpPr>
          <p:nvPr>
            <p:ph type="title"/>
          </p:nvPr>
        </p:nvSpPr>
        <p:spPr>
          <a:xfrm>
            <a:off x="685800" y="3426031"/>
            <a:ext cx="7772400" cy="1362075"/>
          </a:xfrm>
        </p:spPr>
        <p:txBody>
          <a:bodyPr/>
          <a:lstStyle/>
          <a:p>
            <a:pPr algn="ctr"/>
            <a:r>
              <a:rPr lang="en-US" dirty="0"/>
              <a:t>Questions?</a:t>
            </a:r>
          </a:p>
        </p:txBody>
      </p:sp>
    </p:spTree>
    <p:extLst>
      <p:ext uri="{BB962C8B-B14F-4D97-AF65-F5344CB8AC3E}">
        <p14:creationId xmlns:p14="http://schemas.microsoft.com/office/powerpoint/2010/main" val="3875998936"/>
      </p:ext>
    </p:extLst>
  </p:cSld>
  <p:clrMapOvr>
    <a:masterClrMapping/>
  </p:clrMapOvr>
</p:sld>
</file>

<file path=ppt/theme/theme1.xml><?xml version="1.0" encoding="utf-8"?>
<a:theme xmlns:a="http://schemas.openxmlformats.org/drawingml/2006/main" name="CES Templat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Lucida Sans Unicode"/>
      </a:majorFont>
      <a:minorFont>
        <a:latin typeface="Arial"/>
        <a:ea typefac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Arial" charset="0"/>
          <a:buNone/>
          <a:tabLst/>
          <a:defRPr kumimoji="0" lang="en-GB" sz="2000" b="0" i="0" u="none" strike="noStrike" cap="none" normalizeH="0" baseline="0" smtClean="0">
            <a:ln>
              <a:noFill/>
            </a:ln>
            <a:solidFill>
              <a:schemeClr val="bg1"/>
            </a:solidFill>
            <a:effectLst/>
            <a:latin typeface="Arial" charset="0"/>
            <a:cs typeface="Lucida Sans Unicode"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Arial" charset="0"/>
          <a:buNone/>
          <a:tabLst/>
          <a:defRPr kumimoji="0" lang="en-GB" sz="2000" b="0" i="0" u="none" strike="noStrike" cap="none" normalizeH="0" baseline="0" smtClean="0">
            <a:ln>
              <a:noFill/>
            </a:ln>
            <a:solidFill>
              <a:schemeClr val="bg1"/>
            </a:solidFill>
            <a:effectLst/>
            <a:latin typeface="Arial" charset="0"/>
            <a:cs typeface="Lucida Sans Unicode" charset="0"/>
          </a:defRPr>
        </a:defPPr>
      </a:lstStyle>
    </a:lnDef>
    <a:txDef>
      <a:spPr>
        <a:noFill/>
      </a:spPr>
      <a:bodyPr wrap="square" rtlCol="0">
        <a:spAutoFit/>
      </a:bodyPr>
      <a:lstStyle>
        <a:defPPr>
          <a:defRPr b="1" dirty="0" err="1" smtClean="0">
            <a:solidFill>
              <a:schemeClr val="tx1"/>
            </a:solidFill>
          </a:defRPr>
        </a:defPPr>
      </a:lstStyle>
    </a:tx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CES Template</Template>
  <TotalTime>17932</TotalTime>
  <Words>998</Words>
  <Application>Microsoft Office PowerPoint</Application>
  <PresentationFormat>On-screen Show (4:3)</PresentationFormat>
  <Paragraphs>119</Paragraphs>
  <Slides>11</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Times New Roman</vt:lpstr>
      <vt:lpstr>CES Template</vt:lpstr>
      <vt:lpstr>Mechanical Engineering Career Overview</vt:lpstr>
      <vt:lpstr>Overview</vt:lpstr>
      <vt:lpstr>Brief Personal Intro</vt:lpstr>
      <vt:lpstr>Types of Engineering</vt:lpstr>
      <vt:lpstr>Educational Requirements</vt:lpstr>
      <vt:lpstr>Career Overview</vt:lpstr>
      <vt:lpstr>Step 1: Learn to Work Hard</vt:lpstr>
      <vt:lpstr>Step 2: Learn a Valuable Skill</vt:lpstr>
      <vt:lpstr>Step 3: Work Hard at Job  Using Valuable Skill</vt:lpstr>
      <vt:lpstr>Succeed in Any Career</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Cable Effects Study: Tangents, Rat Holes, Dead Ends and Valuable Results</dc:title>
  <dc:creator>Jim Goodding</dc:creator>
  <cp:lastModifiedBy>Douglas Coombs</cp:lastModifiedBy>
  <cp:revision>1360</cp:revision>
  <dcterms:created xsi:type="dcterms:W3CDTF">2010-04-28T21:03:33Z</dcterms:created>
  <dcterms:modified xsi:type="dcterms:W3CDTF">2023-09-11T09:27:24Z</dcterms:modified>
</cp:coreProperties>
</file>