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576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373099" y="1371600"/>
            <a:ext cx="4000498" cy="110871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Semester in Rome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8288000" y="0"/>
            <a:ext cx="0" cy="1371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229600" y="0"/>
            <a:ext cx="0" cy="1371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432000" y="0"/>
            <a:ext cx="0" cy="1371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914400" y="3341246"/>
            <a:ext cx="2387595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FYE 122L - President’s Seminar (0, 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53692"/>
            <a:ext cx="2387595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127 - Introduction to Drawing (3, ?)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67021" y="5474144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PHI 310 - Philosophy of the Human Person (3, ?)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0" y="3653943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234 - Benedict: Yesterday and Today (3, B, Rome)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7878582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LAT 101 - Beginning Latin I (3, F)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6366137"/>
            <a:ext cx="2387589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ENG 121 - Composition II (3, 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658366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MAT 215 - Elements of Mathematics (3, 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6648" y="1847089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SCI 209 - Science &amp; Quantitative Thinking (3/1, 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9391027"/>
            <a:ext cx="2374892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120 - Search for God (3, B)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0903473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250 - Sacred Tradition (3, ?)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10903473"/>
            <a:ext cx="2285995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260 - Sacred Scripture (3, 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09308" y="7389378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HIS 103 - Western Civ in World History I (3, ?)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9092197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PHI 108 - Search for Truth (3, B)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1828800"/>
            <a:ext cx="2387593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FYE 122 - First-Year Experience (1,B)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47792" y="5451790"/>
            <a:ext cx="2311407" cy="106331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PHI 210 – Search for Happiness: Faith and Reason in Life (3, S, Rome)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1847089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MAT 200 - Computing (3, ?)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67021" y="9085833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235 - Art Practicum (2, B)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2" y="244094"/>
            <a:ext cx="6844285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Freshman (2025-26)         Fall – 16                                 Spring - 18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41875" y="228600"/>
            <a:ext cx="6400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Sophomore (2026-27)Fall – 17                                        Spring - 15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59600" y="228600"/>
            <a:ext cx="6400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Junior (2027-28)Fall – 17                                        Spring - 16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09946" y="228600"/>
            <a:ext cx="64008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Senior (2028-29)Fall – 16                                        Spring - 13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67021" y="10903473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310 - Art History I (3, 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58100" y="-1477736"/>
            <a:ext cx="2057399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THEO-3420:Hist of Cath Ch 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198607" y="1847089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CLA 311 - Grandeur of Rome (3, B, Rome)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67021" y="3676976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HIS 104 - Western Civ in World History II (3, ?)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10116" y="12609576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410 - Art History II (3, 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7280920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LAT 102 - Beginning Latin II (3, 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47792" y="9806696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121 - The Art of Italy (3, S, Rome)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659600" y="18288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ENG 330 - Survey of World Literature I (3, F)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659600" y="109728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335 - Art Practicum (3, B)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659600" y="3657600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LAT 201 - Second Year Latin I (3, F)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5469643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341 - Theology of the Human Person (3, ?)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0" y="91440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270 - Moral Theology (3, ?)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67021" y="7199883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CLA 201 - Classical Etymology (2, ?)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774400" y="18288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ENG 331 - Survey of World Literature II (3, S)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774400" y="3657600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LAT 201 - Second Year Latin I (3, F)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774400" y="54864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321 - Sacramental Theology (3, ?)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74400" y="73152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315 - Virtue and Character (3, ?)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768055" y="91440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COM 300 - Visual Communication (3, ?)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24745" y="18288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HUM 499 - Senior Competency Testing (0, B)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799" y="147447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MUS 212 - Concert Choir (1, B)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924745" y="3657600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PHI 422 - Aquinas &amp; the Natural Law (3, F)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24745" y="54864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303 - Church History (3, ?)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24745" y="73152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429 - Seminar in Theology (3, ?)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03600" y="18288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PHI 327 - Metaphysics (3, F)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8803600" y="109728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135 - Art Practicum (1, B)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0" y="3657600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302 - Suffering and Christian Healing (3, F)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3600" y="73152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PHI 415 - Philosophical Theology (3, ?)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3600" y="91440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440 - The Theology and Legacy of St. Augustine (3, ?)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803600" y="5486400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326 - Christian Marriage (3, ?)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2924745" y="91440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 490 - St. Thomas Aquinas, the Angelic Doctor (3, ?)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373099" y="13830300"/>
            <a:ext cx="5486401" cy="313932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Fall and Spring Semester100-level Italian Language and Culture course (3 credits, liberal arts core elective)ART 121 Art of Italy (3 credits, Art core)CTH/PHI 210 Search for Happiness (3 credits, Ethics core)THE/CTH 234 Benedict: Yesterday and Today (3 credits, Theology core or “THE 200-level or above” core elective) HIS/CLA 311 Grandeur of Rome (3 credits, liberal arts core elective)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47792" y="8069092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ITA 101 – Beginning Italian (3, B, Rome)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401300" y="-147044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Core BA Class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601700" y="-1444507"/>
            <a:ext cx="2235186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Classics Minor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669992" y="-1425741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Theology Minor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596116" y="-1371600"/>
            <a:ext cx="22860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Art Minor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