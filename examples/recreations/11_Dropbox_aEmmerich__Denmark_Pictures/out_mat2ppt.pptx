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0" y="2862071"/>
            <a:ext cx="1271019" cy="1133858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510" y="2862071"/>
            <a:ext cx="2675538" cy="11373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