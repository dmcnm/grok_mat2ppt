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9"/>
    <p:sldId id="257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-98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DEE278-C0B7-40E7-8A05-17BAAE7291A4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D86177-B2F3-4F8D-BF39-D59447A6295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127349-39DC-4CF3-A016-764530F31A72}" type="datetimeFigureOut">
              <a:rPr lang="en-US" smtClean="0"/>
              <a:t>7/25/2011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88C486-339C-4F7C-9817-3241601B118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rcRect b="31236"/>
          <a:stretch>
            <a:fillRect/>
          </a:stretch>
        </p:blipFill>
        <p:spPr>
          <a:xfrm>
            <a:off x="1691640" y="-1061984"/>
            <a:ext cx="5715000" cy="90581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rcRect b="97108"/>
          <a:stretch>
            <a:fillRect/>
          </a:stretch>
        </p:blipFill>
        <p:spPr>
          <a:xfrm>
            <a:off x="-2590769" y="3276569"/>
            <a:ext cx="5715000" cy="381030"/>
          </a:xfrm>
          <a:prstGeom prst="rect">
            <a:avLst/>
          </a:prstGeom>
        </p:spPr>
      </p:pic>
      <p:pic>
        <p:nvPicPr>
          <p:cNvPr id="5" name="Picture 4" descr="image1.jpeg"/>
          <p:cNvPicPr>
            <a:picLocks noChangeAspect="1"/>
          </p:cNvPicPr>
          <p:nvPr/>
        </p:nvPicPr>
        <p:blipFill>
          <a:blip r:embed="rId3"/>
          <a:srcRect t="67679"/>
          <a:stretch>
            <a:fillRect/>
          </a:stretch>
        </p:blipFill>
        <p:spPr>
          <a:xfrm>
            <a:off x="-195224" y="1338224"/>
            <a:ext cx="5715000" cy="42576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</Words>
  <Application>Microsoft Office PowerPoint</Application>
  <PresentationFormat>On-screen Show (4:3)</PresentationFormat>
  <Paragraphs>2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Slide 1</vt:lpstr>
      <vt:lpstr>Slide 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dcoombs</dc:creator>
  <cp:lastModifiedBy>dcoombs</cp:lastModifiedBy>
  <cp:revision>1</cp:revision>
  <dcterms:created xsi:type="dcterms:W3CDTF">2011-07-25T15:39:38Z</dcterms:created>
  <dcterms:modified xsi:type="dcterms:W3CDTF">2011-07-25T15:45:34Z</dcterms:modified>
</cp:coreProperties>
</file>