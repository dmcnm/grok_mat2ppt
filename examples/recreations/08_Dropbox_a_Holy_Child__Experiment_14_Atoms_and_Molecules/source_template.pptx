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/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CC00"/>
    <a:srgbClr val="1ADDF2"/>
    <a:srgbClr val="66CCFF"/>
    <a:srgbClr val="006600"/>
    <a:srgbClr val="FFFFFF"/>
    <a:srgbClr val="F484D4"/>
    <a:srgbClr val="C1A8F2"/>
    <a:srgbClr val="966CE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>
      <p:cViewPr varScale="1">
        <p:scale>
          <a:sx n="72" d="100"/>
          <a:sy n="72" d="100"/>
        </p:scale>
        <p:origin x="16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D703A-97DC-4EB0-A8C5-26E27C040667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9"/>
            <a:ext cx="5560060" cy="415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9A5E7-FFA6-49A9-8042-4D73EB56CA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E1DBB-A335-468B-B479-2978DD53D278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911B-180A-48D6-BD54-7704F07534C0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2D1-E4FA-45A6-9FA6-F698A698C742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748A-EC8D-4666-923C-AC8F5A158965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2778-D88B-46C0-AD9F-93B2CAFA23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8E44-4C00-4A3B-8DA1-11724B7E27FD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34F4-189E-45EC-AFB5-273FFECA49E3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5B39-42AA-4616-97A9-2F65C9233D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9AEC4-D3B8-4AD8-BEA6-45432A1403B7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C06-1812-4CC9-91F3-301782272929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82FA-9011-4F23-BA4E-22852B2556D4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7D07B-4E74-4E4E-9436-F5FDDF0A49BE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6773</TotalTime>
  <Words>863</Words>
  <Application>Microsoft Office PowerPoint</Application>
  <PresentationFormat>On-screen Show (4:3)</PresentationFormat>
  <Paragraphs>140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Comic Sans MS</vt:lpstr>
      <vt:lpstr>Office Theme</vt:lpstr>
      <vt:lpstr>Nucleation and Growth of Crystalline Structures On A Treated Substrate From A Supersaturated Solution Of C12H22O11</vt:lpstr>
      <vt:lpstr>Nucleation and Growth of Crystalline Structures On A Treated Substrate From A Supersaturated Solution Of C12H22O11</vt:lpstr>
      <vt:lpstr>Better Title: Making Rock Candy!</vt:lpstr>
      <vt:lpstr>PowerPoint Presentation</vt:lpstr>
      <vt:lpstr>Lab Safety Today</vt:lpstr>
      <vt:lpstr>Experiment 1: Growing Rock Candy Crystals That You Can Eat</vt:lpstr>
      <vt:lpstr>Now Let’s Go To The Kitchen</vt:lpstr>
      <vt:lpstr>Procedure for Experiment 1</vt:lpstr>
      <vt:lpstr>Finishing Experiment 1</vt:lpstr>
      <vt:lpstr>Back To The Classroom</vt:lpstr>
      <vt:lpstr>Some Beautiful Crystals</vt:lpstr>
      <vt:lpstr>More Crystals!</vt:lpstr>
      <vt:lpstr>Cave of Crystals, Mexico (Gypsum)</vt:lpstr>
      <vt:lpstr>So, What are Crystals?</vt:lpstr>
      <vt:lpstr>What Do I Mean by “Orderly”?</vt:lpstr>
      <vt:lpstr>Experiment 2: Growing Needle-Shaped Crystals</vt:lpstr>
      <vt:lpstr>Procedure for Experiment 2</vt:lpstr>
      <vt:lpstr>Science Vocabulary for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Home</dc:creator>
  <cp:lastModifiedBy>cfam</cp:lastModifiedBy>
  <cp:revision>605</cp:revision>
  <cp:lastPrinted>2019-01-25T05:52:50Z</cp:lastPrinted>
  <dcterms:created xsi:type="dcterms:W3CDTF">2015-02-09T23:35:07Z</dcterms:created>
  <dcterms:modified xsi:type="dcterms:W3CDTF">2019-01-25T05:53:01Z</dcterms:modified>
</cp:coreProperties>
</file>