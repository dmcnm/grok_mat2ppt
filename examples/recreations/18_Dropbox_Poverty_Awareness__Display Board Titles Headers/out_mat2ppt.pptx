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00201"/>
            <a:ext cx="8229600" cy="533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2057400"/>
            <a:ext cx="8762999" cy="116955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 Few Children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3429000"/>
            <a:ext cx="8762999" cy="116955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Sponsored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4724400"/>
            <a:ext cx="8762999" cy="116955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By Parish Members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00201"/>
            <a:ext cx="8229600" cy="533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2400" y="2057400"/>
            <a:ext cx="8762999" cy="93871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 Few Children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3429000"/>
            <a:ext cx="8762999" cy="93871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Sponsored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4724400"/>
            <a:ext cx="8762999" cy="93871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By Parish Members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00201"/>
            <a:ext cx="8229600" cy="533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2438400"/>
            <a:ext cx="8762999" cy="93871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 Brief Look at Poverty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52400" y="3657600"/>
            <a:ext cx="8762999" cy="116955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at Poverty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400" y="5105400"/>
            <a:ext cx="8762999" cy="116955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 Brief Look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