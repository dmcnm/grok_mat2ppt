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8"/>
  </p:notesMasterIdLst>
  <p:sldIdLst>
    <p:sldId id="278" r:id="rId2"/>
    <p:sldId id="282" r:id="rId3"/>
    <p:sldId id="280" r:id="rId4"/>
    <p:sldId id="283" r:id="rId5"/>
    <p:sldId id="284" r:id="rId6"/>
    <p:sldId id="285" r:id="rId7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B99B3"/>
    <a:srgbClr val="020151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19969" autoAdjust="0"/>
    <p:restoredTop sz="96167" autoAdjust="0"/>
  </p:normalViewPr>
  <p:slideViewPr>
    <p:cSldViewPr snapToGrid="0">
      <p:cViewPr varScale="1">
        <p:scale>
          <a:sx n="153" d="100"/>
          <a:sy n="153" d="100"/>
        </p:scale>
        <p:origin x="162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04" tIns="46653" rIns="93304" bIns="46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5"/>
            <a:ext cx="5618480" cy="3665459"/>
          </a:xfrm>
          <a:prstGeom prst="rect">
            <a:avLst/>
          </a:prstGeom>
        </p:spPr>
        <p:txBody>
          <a:bodyPr vert="horz" lIns="93304" tIns="46653" rIns="93304" bIns="4665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1" y="-4745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6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280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067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190542"/>
            <a:ext cx="11243092" cy="48482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68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2/8/2022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0" y="6096269"/>
            <a:ext cx="648692" cy="694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831" y="82217"/>
            <a:ext cx="1097280" cy="1067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4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783771" y="6176963"/>
            <a:ext cx="11019608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1" y="1083971"/>
            <a:ext cx="1033272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7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8" name="fc" descr=" 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72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827A-3720-1A45-913B-6079C2AEC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828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Chesterton Academy</a:t>
            </a:r>
            <a:br>
              <a:rPr lang="en-US" dirty="0"/>
            </a:br>
            <a:r>
              <a:rPr lang="en-US" dirty="0"/>
              <a:t>Emergency Communication Options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8B113-DD02-4644-AC1C-F72C664254C9}"/>
              </a:ext>
            </a:extLst>
          </p:cNvPr>
          <p:cNvSpPr txBox="1"/>
          <p:nvPr/>
        </p:nvSpPr>
        <p:spPr>
          <a:xfrm>
            <a:off x="3756572" y="4421505"/>
            <a:ext cx="3944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Douglas Coombs</a:t>
            </a:r>
          </a:p>
          <a:p>
            <a:pPr algn="ctr"/>
            <a:r>
              <a:rPr lang="en-US" sz="2400" dirty="0"/>
              <a:t>February 8, 2022</a:t>
            </a:r>
          </a:p>
        </p:txBody>
      </p:sp>
    </p:spTree>
    <p:extLst>
      <p:ext uri="{BB962C8B-B14F-4D97-AF65-F5344CB8AC3E}">
        <p14:creationId xmlns:p14="http://schemas.microsoft.com/office/powerpoint/2010/main" val="1298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7F7C-CFEC-4CBC-8246-BB538F71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 of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63F8-B870-4D5D-9ED7-B6CE6C3A9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94" y="1132764"/>
            <a:ext cx="11471379" cy="5056001"/>
          </a:xfrm>
        </p:spPr>
        <p:txBody>
          <a:bodyPr>
            <a:normAutofit/>
          </a:bodyPr>
          <a:lstStyle/>
          <a:p>
            <a:r>
              <a:rPr lang="en-US" dirty="0"/>
              <a:t>Comprehensive Email and Texting Programs</a:t>
            </a:r>
          </a:p>
          <a:p>
            <a:pPr lvl="1"/>
            <a:r>
              <a:rPr lang="en-US" dirty="0" err="1"/>
              <a:t>JupiterEd</a:t>
            </a:r>
            <a:endParaRPr lang="en-US" dirty="0"/>
          </a:p>
          <a:p>
            <a:pPr lvl="2"/>
            <a:r>
              <a:rPr lang="en-US" dirty="0"/>
              <a:t>Potentially cheapest and easiest to set up</a:t>
            </a:r>
          </a:p>
          <a:p>
            <a:pPr lvl="1"/>
            <a:r>
              <a:rPr lang="en-US" dirty="0" err="1"/>
              <a:t>Flocknotes</a:t>
            </a:r>
            <a:endParaRPr lang="en-US" dirty="0"/>
          </a:p>
          <a:p>
            <a:pPr lvl="2"/>
            <a:r>
              <a:rPr lang="en-US" dirty="0"/>
              <a:t>Much more flexible but also more expensive and time consuming to set up</a:t>
            </a:r>
          </a:p>
          <a:p>
            <a:r>
              <a:rPr lang="en-US" dirty="0"/>
              <a:t>Standalone Texting Solutions</a:t>
            </a:r>
          </a:p>
          <a:p>
            <a:pPr lvl="1"/>
            <a:r>
              <a:rPr lang="en-US" dirty="0"/>
              <a:t>ExpertTexting.com</a:t>
            </a:r>
          </a:p>
          <a:p>
            <a:pPr lvl="2"/>
            <a:r>
              <a:rPr lang="en-US" dirty="0"/>
              <a:t>Seems straightforward with intuitive user interface</a:t>
            </a:r>
          </a:p>
          <a:p>
            <a:pPr lvl="2"/>
            <a:r>
              <a:rPr lang="en-US" dirty="0"/>
              <a:t>Offers two-way texting with parents, if desired</a:t>
            </a:r>
          </a:p>
          <a:p>
            <a:pPr lvl="2"/>
            <a:r>
              <a:rPr lang="en-US" dirty="0"/>
              <a:t>Per text pricing makes it more attractive for infrequent, emergency use</a:t>
            </a:r>
          </a:p>
          <a:p>
            <a:pPr lvl="1"/>
            <a:r>
              <a:rPr lang="en-US" dirty="0"/>
              <a:t>TextEmAll.com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22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7F7C-CFEC-4CBC-8246-BB538F71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JupiterEd.com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63F8-B870-4D5D-9ED7-B6CE6C3A9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94" y="1132764"/>
            <a:ext cx="10717449" cy="5056001"/>
          </a:xfrm>
        </p:spPr>
        <p:txBody>
          <a:bodyPr>
            <a:normAutofit/>
          </a:bodyPr>
          <a:lstStyle/>
          <a:p>
            <a:r>
              <a:rPr lang="en-US" dirty="0"/>
              <a:t>Parents need to login to </a:t>
            </a:r>
            <a:r>
              <a:rPr lang="en-US" dirty="0" err="1"/>
              <a:t>JupiterEd</a:t>
            </a:r>
            <a:r>
              <a:rPr lang="en-US" dirty="0"/>
              <a:t> and opt-in to emergency texting service</a:t>
            </a:r>
          </a:p>
          <a:p>
            <a:pPr lvl="1"/>
            <a:r>
              <a:rPr lang="en-US" dirty="0"/>
              <a:t>Another option would be to use non-emergency text messages for weather announcements, but these can get lost as they are common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76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F109-B6D0-4CEF-AE77-D7621A4B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Flocknotes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D07-1A72-468B-B85C-D98E0223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Comprehensive email and texting service</a:t>
            </a:r>
          </a:p>
          <a:p>
            <a:r>
              <a:rPr lang="en-US" dirty="0"/>
              <a:t>Mrs. Sena is familiar with the service</a:t>
            </a:r>
          </a:p>
          <a:p>
            <a:r>
              <a:rPr lang="en-US" dirty="0"/>
              <a:t>More expensive at ~</a:t>
            </a:r>
          </a:p>
        </p:txBody>
      </p:sp>
    </p:spTree>
    <p:extLst>
      <p:ext uri="{BB962C8B-B14F-4D97-AF65-F5344CB8AC3E}">
        <p14:creationId xmlns:p14="http://schemas.microsoft.com/office/powerpoint/2010/main" val="340492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F109-B6D0-4CEF-AE77-D7621A4B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ExpertTexting.com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D07-1A72-468B-B85C-D98E0223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</a:t>
            </a:r>
          </a:p>
        </p:txBody>
      </p:sp>
    </p:spTree>
    <p:extLst>
      <p:ext uri="{BB962C8B-B14F-4D97-AF65-F5344CB8AC3E}">
        <p14:creationId xmlns:p14="http://schemas.microsoft.com/office/powerpoint/2010/main" val="131474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F109-B6D0-4CEF-AE77-D7621A4B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TextEmAll.com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D07-1A72-468B-B85C-D98E0223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jkh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5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19185</TotalTime>
  <Words>140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Chesterton Academy Emergency Communication Options</vt:lpstr>
      <vt:lpstr>Overview of Options</vt:lpstr>
      <vt:lpstr>JupiterEd.com</vt:lpstr>
      <vt:lpstr>Flocknotes</vt:lpstr>
      <vt:lpstr>ExpertTexting.com</vt:lpstr>
      <vt:lpstr>TextEmAll.com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Douglas Coombs</cp:lastModifiedBy>
  <cp:revision>227</cp:revision>
  <cp:lastPrinted>2018-08-10T14:08:26Z</cp:lastPrinted>
  <dcterms:created xsi:type="dcterms:W3CDTF">2017-10-21T04:06:09Z</dcterms:created>
  <dcterms:modified xsi:type="dcterms:W3CDTF">2022-02-08T07:45:50Z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  <property fmtid="{D5CDD505-2E9C-101B-9397-08002B2CF9AE}" pid="4" name="VisualMarking">
    <vt:lpwstr>None</vt:lpwstr>
  </property>
  <property fmtid="{D5CDD505-2E9C-101B-9397-08002B2CF9AE}" pid="5" name="ThirdPartyComment">
    <vt:lpwstr>none needed</vt:lpwstr>
  </property>
</Properties>
</file>