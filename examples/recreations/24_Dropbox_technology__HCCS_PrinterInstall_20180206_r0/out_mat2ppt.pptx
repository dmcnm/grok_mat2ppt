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0" y="5525927"/>
            <a:ext cx="1143000" cy="1224229"/>
          </a:xfrm>
          <a:prstGeom prst="rect">
            <a:avLst/>
          </a:prstGeom>
        </p:spPr>
      </p:pic>
      <p:pic>
        <p:nvPicPr>
          <p:cNvPr id="3" name="Picture 2" descr="image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8880" y="139366"/>
            <a:ext cx="1410420" cy="1371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90575" y="1122363"/>
            <a:ext cx="10858499" cy="2387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HCCS Network Printer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Douglas CoombsFebruary 6, 2018, Rev.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Description of Current PrintersPrinter Installation Instructions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Current Printers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Teacher’s LoungeColor HP Wireless (Model #): 192.168.1.57HP Color Laserjet 3500: 192.168.1.58Mrs. Teeter’s 1/2nd ClassroomBW: HP Laserjet 4050N: IP Address TBD (ideally 192.168.1.59)Outside Mrs. Sanchez ClassroomBW: HP Laserjet 4100: 192.168.1.97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86137" y="365125"/>
            <a:ext cx="10058400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Installing a Network Printer Using TCP/IP 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Overview of stepsControl Panel -&gt; Devices and printersAdd a printer Add a Local PrinterCreate a New PortSelect Type of Port: Standard TCP/IP PortType IP Address in Hostname or IP address: 192.168.1.##Installing the Printer Driver Add Printer -&gt; Have DiskPrint Test Page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5021" y="365125"/>
            <a:ext cx="10032665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Installing a Network Printer Using TCP/IP 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Control Panel -&gt; Devices and printersAdd a printer Add a Local Printer</a:t>
            </a:r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2569" y="2920610"/>
            <a:ext cx="6390009" cy="424411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6752" y="3566567"/>
            <a:ext cx="647700" cy="20218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5021" y="365125"/>
            <a:ext cx="10090538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Installing a Network Printer Using TCP/IP 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Add a Local PrinterCreate a New PortSelect Type of Port: Standard TCP/IP Port</a:t>
            </a:r>
          </a:p>
        </p:txBody>
      </p:sp>
      <p:pic>
        <p:nvPicPr>
          <p:cNvPr id="4" name="Picture 3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470" y="2597969"/>
            <a:ext cx="4593021" cy="3364315"/>
          </a:xfrm>
          <a:prstGeom prst="rect">
            <a:avLst/>
          </a:prstGeom>
        </p:spPr>
      </p:pic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564" y="1994356"/>
            <a:ext cx="5417084" cy="3967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5021" y="365125"/>
            <a:ext cx="10021090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Installing a Network Printer Using TCP/IP 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Type IP Address in Hostname or IP address: 192.168.1.##Installing the Printer Driver Add Printer -&gt; Have Disk</a:t>
            </a:r>
          </a:p>
        </p:txBody>
      </p:sp>
      <p:pic>
        <p:nvPicPr>
          <p:cNvPr id="4" name="Picture 3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793" y="2338086"/>
            <a:ext cx="4994305" cy="3658249"/>
          </a:xfrm>
          <a:prstGeom prst="rect">
            <a:avLst/>
          </a:prstGeom>
        </p:spPr>
      </p:pic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4113" y="2338086"/>
            <a:ext cx="4994305" cy="365824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56111" y="5023414"/>
            <a:ext cx="983848" cy="28936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21619" y="3981690"/>
            <a:ext cx="3028709" cy="2125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21618" y="3692323"/>
            <a:ext cx="3028709" cy="1906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