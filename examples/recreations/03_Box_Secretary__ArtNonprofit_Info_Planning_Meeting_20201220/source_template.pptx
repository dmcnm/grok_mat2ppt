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3"/>
  </p:notesMasterIdLst>
  <p:sldIdLst/>
  <p:sldSz cx="12192000" cy="6858000"/>
  <p:notesSz cx="7023100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D18E"/>
    <a:srgbClr val="003399"/>
    <a:srgbClr val="9B99B3"/>
    <a:srgbClr val="020151"/>
    <a:srgbClr val="010127"/>
    <a:srgbClr val="04004D"/>
    <a:srgbClr val="0400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38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5" Type="http://schemas.openxmlformats.org/officeDocument/2006/relationships/viewProps" Target="viewProps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43343" cy="467071"/>
          </a:xfrm>
          <a:prstGeom prst="rect">
            <a:avLst/>
          </a:prstGeom>
        </p:spPr>
        <p:txBody>
          <a:bodyPr vert="horz" lIns="93304" tIns="46653" rIns="93304" bIns="4665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1"/>
            <a:ext cx="3043343" cy="467071"/>
          </a:xfrm>
          <a:prstGeom prst="rect">
            <a:avLst/>
          </a:prstGeom>
        </p:spPr>
        <p:txBody>
          <a:bodyPr vert="horz" lIns="93304" tIns="46653" rIns="93304" bIns="46653" rtlCol="0"/>
          <a:lstStyle>
            <a:lvl1pPr algn="r">
              <a:defRPr sz="1200"/>
            </a:lvl1pPr>
          </a:lstStyle>
          <a:p>
            <a:fld id="{7F7B82D3-D4F7-4B8B-8BE1-460FB89887CB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04" tIns="46653" rIns="93304" bIns="4665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5"/>
            <a:ext cx="5618480" cy="3665459"/>
          </a:xfrm>
          <a:prstGeom prst="rect">
            <a:avLst/>
          </a:prstGeom>
        </p:spPr>
        <p:txBody>
          <a:bodyPr vert="horz" lIns="93304" tIns="46653" rIns="93304" bIns="4665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0"/>
          </a:xfrm>
          <a:prstGeom prst="rect">
            <a:avLst/>
          </a:prstGeom>
        </p:spPr>
        <p:txBody>
          <a:bodyPr vert="horz" lIns="93304" tIns="46653" rIns="93304" bIns="4665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0"/>
          </a:xfrm>
          <a:prstGeom prst="rect">
            <a:avLst/>
          </a:prstGeom>
        </p:spPr>
        <p:txBody>
          <a:bodyPr vert="horz" lIns="93304" tIns="46653" rIns="93304" bIns="46653" rtlCol="0" anchor="b"/>
          <a:lstStyle>
            <a:lvl1pPr algn="r">
              <a:defRPr sz="1200"/>
            </a:lvl1pPr>
          </a:lstStyle>
          <a:p>
            <a:fld id="{211EEFB6-8312-4F1B-A70E-46D57B978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16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pPr/>
              <a:t>12/20/2020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69A8AA-85C3-4D8C-9C61-3E926044398E}"/>
              </a:ext>
            </a:extLst>
          </p:cNvPr>
          <p:cNvSpPr/>
          <p:nvPr userDrawn="1"/>
        </p:nvSpPr>
        <p:spPr>
          <a:xfrm>
            <a:off x="9682645" y="-4747"/>
            <a:ext cx="2509355" cy="6869866"/>
          </a:xfrm>
          <a:prstGeom prst="rect">
            <a:avLst/>
          </a:prstGeom>
          <a:solidFill>
            <a:srgbClr val="9B9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B2F07-B815-45D0-9D66-9BD0EA66D7C8}"/>
              </a:ext>
            </a:extLst>
          </p:cNvPr>
          <p:cNvSpPr/>
          <p:nvPr userDrawn="1"/>
        </p:nvSpPr>
        <p:spPr>
          <a:xfrm>
            <a:off x="1" y="-4745"/>
            <a:ext cx="2623225" cy="6869865"/>
          </a:xfrm>
          <a:prstGeom prst="rect">
            <a:avLst/>
          </a:prstGeom>
          <a:solidFill>
            <a:srgbClr val="9B9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FBFD15-DCFC-4A08-A2A1-02ACD5A3FF90}"/>
              </a:ext>
            </a:extLst>
          </p:cNvPr>
          <p:cNvSpPr/>
          <p:nvPr userDrawn="1"/>
        </p:nvSpPr>
        <p:spPr>
          <a:xfrm>
            <a:off x="2623226" y="-4747"/>
            <a:ext cx="7059420" cy="6869866"/>
          </a:xfrm>
          <a:prstGeom prst="rect">
            <a:avLst/>
          </a:prstGeom>
          <a:blipFill>
            <a:blip r:embed="rId2">
              <a:alphaModFix amt="4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628064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095" y="12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095" y="1432877"/>
            <a:ext cx="10515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http://holychildcatholicschool.org/images/AMDG.jpg">
            <a:extLst>
              <a:ext uri="{FF2B5EF4-FFF2-40B4-BE49-F238E27FC236}">
                <a16:creationId xmlns:a16="http://schemas.microsoft.com/office/drawing/2014/main" id="{1A075D24-58FB-45E0-97FB-D110E42AAD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20" y="5525929"/>
            <a:ext cx="1143000" cy="1224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FB4AF569-35E8-469F-B966-1D4991D7CA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8881" y="139366"/>
            <a:ext cx="1410420" cy="1371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4A9ABD-6110-4F9E-A27C-F9036C891C1E}"/>
              </a:ext>
            </a:extLst>
          </p:cNvPr>
          <p:cNvSpPr txBox="1"/>
          <p:nvPr userDrawn="1"/>
        </p:nvSpPr>
        <p:spPr>
          <a:xfrm>
            <a:off x="3201787" y="6315104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HOLY CHILD CATHOLIC SCHOOL: RAISING SAINTS, FORMING SCHOLARS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88B6997-9B4F-4EE7-914A-92A8BA753781}"/>
              </a:ext>
            </a:extLst>
          </p:cNvPr>
          <p:cNvCxnSpPr>
            <a:cxnSpLocks/>
          </p:cNvCxnSpPr>
          <p:nvPr userDrawn="1"/>
        </p:nvCxnSpPr>
        <p:spPr>
          <a:xfrm>
            <a:off x="1449421" y="6176963"/>
            <a:ext cx="10302312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3000B35-988C-48A1-ADC2-1647C99D651C}"/>
              </a:ext>
            </a:extLst>
          </p:cNvPr>
          <p:cNvCxnSpPr>
            <a:cxnSpLocks/>
          </p:cNvCxnSpPr>
          <p:nvPr userDrawn="1"/>
        </p:nvCxnSpPr>
        <p:spPr>
          <a:xfrm>
            <a:off x="535022" y="1083971"/>
            <a:ext cx="10029217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5680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680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028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677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41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105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15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586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89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767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C0534-AC82-40C9-9D5F-C772AE9BC3F8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hc" descr=" "/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5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 </a:t>
            </a:r>
          </a:p>
        </p:txBody>
      </p:sp>
      <p:sp>
        <p:nvSpPr>
          <p:cNvPr id="8" name="fc" descr=" "/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5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839727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16519</TotalTime>
  <Words>733</Words>
  <Application>Microsoft Office PowerPoint</Application>
  <PresentationFormat>Widescreen</PresentationFormat>
  <Paragraphs>113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Microsoft Sans Serif</vt:lpstr>
      <vt:lpstr>Times New Roman</vt:lpstr>
      <vt:lpstr>Office Theme</vt:lpstr>
      <vt:lpstr>Art Non-profit</vt:lpstr>
      <vt:lpstr>Overview</vt:lpstr>
      <vt:lpstr>Holy Child Project Overview</vt:lpstr>
      <vt:lpstr>Mother Seton Hall Art Schema</vt:lpstr>
      <vt:lpstr>Non-profit Purposes Asset Protection</vt:lpstr>
      <vt:lpstr>Non-profit Purposes Project and Concept Promotion</vt:lpstr>
      <vt:lpstr>Non-profit Purposes Connecting School Communities and Museums</vt:lpstr>
      <vt:lpstr>Non-profit Purposes Connecting Likeminded School Communities</vt:lpstr>
      <vt:lpstr>Starting a Non-profit</vt:lpstr>
      <vt:lpstr>Questions and Feedback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cfam</dc:creator>
  <cp:lastModifiedBy>Douglas Coombs</cp:lastModifiedBy>
  <cp:revision>170</cp:revision>
  <cp:lastPrinted>2018-08-10T14:08:26Z</cp:lastPrinted>
  <dcterms:created xsi:type="dcterms:W3CDTF">2017-10-21T04:06:09Z</dcterms:created>
  <dcterms:modified xsi:type="dcterms:W3CDTF">2020-12-20T08:15:09Z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073af042-833c-47dd-b860-957f86ae111e</vt:lpwstr>
  </property>
  <property fmtid="{D5CDD505-2E9C-101B-9397-08002B2CF9AE}" pid="3" name="techData">
    <vt:lpwstr>No</vt:lpwstr>
  </property>
  <property fmtid="{D5CDD505-2E9C-101B-9397-08002B2CF9AE}" pid="4" name="VisualMarking">
    <vt:lpwstr>None</vt:lpwstr>
  </property>
  <property fmtid="{D5CDD505-2E9C-101B-9397-08002B2CF9AE}" pid="5" name="ThirdPartyComment">
    <vt:lpwstr>none needed</vt:lpwstr>
  </property>
</Properties>
</file>