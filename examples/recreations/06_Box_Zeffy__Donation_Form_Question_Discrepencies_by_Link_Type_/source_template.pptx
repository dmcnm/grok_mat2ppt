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89A8-C68D-A31A-B463-8F1ACE714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F5398-A1F6-D293-C888-E904FC765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0BE3-F0B7-6EED-08C1-F145EE1A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583E-5582-4D4A-5745-37566616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7E06C-4E0E-E48F-E04F-B49F3D4A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391E-F61D-FB93-2B91-627E6BEC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2FE6-1C8E-6FDE-CB62-24551520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1513-1FFF-4460-827C-D7BB407D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5451-802E-91CC-5908-179F333E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95B9-CFBC-7DAC-D8EA-693A924C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5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6242-0670-5076-01A2-ED6D7F47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141F9-9C7D-473A-D53A-95B52903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84D4-5C07-BF11-04E5-83D3D48D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6C864-2D31-AA4F-CDA3-C50397B0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C667-176B-1305-AC0C-BA9CAA62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BA7B-C4D4-4D2E-9CC7-DAB45A8D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8709-6FF2-2BD0-4792-2D5352A4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C03EA-AF49-6093-818B-25476A28C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CECEB-BB88-E1DE-4EB7-57B6C2F0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A00CB-F9E1-9C8D-D58C-1B8D662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00FBA-FF73-373D-78F3-337E0651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8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A492-8E9B-AF1C-FCD6-B1057153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BF36C-D336-32E0-C7A8-46D61B9DB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7E93-2542-07BC-F5D5-98A09F0E6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21F39-48A6-BB15-06DE-DE89243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7F4AE-95CC-22A1-748F-E08C8CADC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3446B-9352-B310-6E9F-63A4CD8E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27AA4D-0693-F8E4-011B-A0131140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091E7-FCFB-7BA3-32B7-7648D323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2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0858-D5E8-BF1D-97AC-D0A6D25E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D6519-F8F6-22C3-E301-F79966D4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D1AB2-8D7B-1719-8F58-0528A90C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33110-F75A-CA57-4791-0693D574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7B5B0-2D32-8BD0-428F-5F23EAEC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267D4-BDC8-C0EF-9ED3-DCB4466A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6AE9-453A-6D2F-ADBF-C734022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1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989-29E2-837D-B8D9-FD9F7ED4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8A8DC-97E0-DEBE-5904-79662D8D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A074C-04D0-FAC0-92FE-CF7B5C54F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E0077-8282-07D8-8B32-EB75A242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C774A-C5BB-60DF-9C0D-70158E98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45F7E-49C0-A4D4-CA72-76E4BB57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1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846E-D393-7741-713D-39879328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6BC1F-B6B8-E15A-E089-0FDE55DA2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4F38B-A480-87C0-F76F-A5DE2D6C3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04A44-F4E7-B41D-93CC-288559B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E0BF5-753A-7DD2-BFD7-399B48C5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235D-C95C-C69A-B18D-B03B62C6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A757-A767-8928-93DC-187F06C8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EEE51-C8E1-4502-45E9-EDA3D742D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E5C7-7C61-25AE-D5BA-035D17E8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575D-E921-579D-6FA6-161FE680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03A09-769C-5B05-F9C2-82D310C3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9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77FAB-75B8-C9A7-690C-C5D85C1B2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259B7-8B31-8656-DB84-FC41F668B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C8044-13E8-2D82-410B-81F2C05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5EAC6-D419-6ECD-F4A5-2A18332C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CFA67-F983-55D0-C76A-2D7A0D0C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1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A4D3C-CE55-A56F-8CD6-B3BB4813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1888-7F35-68ED-42B7-C716F780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7C301-F7B8-4E45-BA69-1E7C8BC9B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EF65E-85AE-0BE7-B064-B6C02D204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D831-CC9D-2412-598D-62FB41491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2</cp:revision>
  <dcterms:created xsi:type="dcterms:W3CDTF">2023-01-10T15:30:38Z</dcterms:created>
  <dcterms:modified xsi:type="dcterms:W3CDTF">2023-01-10T16:02:15Z</dcterms:modified>
</cp:coreProperties>
</file>