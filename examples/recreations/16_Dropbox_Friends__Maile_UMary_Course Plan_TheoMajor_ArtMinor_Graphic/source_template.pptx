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/>
  <p:sldSz cx="3657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>
      <p:cViewPr varScale="1">
        <p:scale>
          <a:sx n="53" d="100"/>
          <a:sy n="53" d="100"/>
        </p:scale>
        <p:origin x="228" y="1254"/>
      </p:cViewPr>
      <p:guideLst>
        <p:guide orient="horz" pos="432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244726"/>
            <a:ext cx="27432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7204076"/>
            <a:ext cx="27432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2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3419477"/>
            <a:ext cx="315468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9178927"/>
            <a:ext cx="315468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0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1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730251"/>
            <a:ext cx="315468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3362326"/>
            <a:ext cx="1547336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5010150"/>
            <a:ext cx="1547336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3362326"/>
            <a:ext cx="1554956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5010150"/>
            <a:ext cx="1554956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8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5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1974851"/>
            <a:ext cx="185166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1974851"/>
            <a:ext cx="185166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4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730250"/>
            <a:ext cx="78867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730250"/>
            <a:ext cx="232029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9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0251"/>
            <a:ext cx="315468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3651250"/>
            <a:ext cx="315468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2712701"/>
            <a:ext cx="12344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070C09BA24F846A2EA0A8EA8B74FC8" ma:contentTypeVersion="3" ma:contentTypeDescription="Create a new document." ma:contentTypeScope="" ma:versionID="c988c23bd978d6ab90aa146454a2abeb">
  <xsd:schema xmlns:xsd="http://www.w3.org/2001/XMLSchema" xmlns:xs="http://www.w3.org/2001/XMLSchema" xmlns:p="http://schemas.microsoft.com/office/2006/metadata/properties" xmlns:ns3="bd69b7f8-2218-4e80-ad9a-ba0a55255f3a" targetNamespace="http://schemas.microsoft.com/office/2006/metadata/properties" ma:root="true" ma:fieldsID="a13a084ebeee06b151190fb243a2064a" ns3:_="">
    <xsd:import namespace="bd69b7f8-2218-4e80-ad9a-ba0a55255f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69b7f8-2218-4e80-ad9a-ba0a55255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1A5C6-A7E7-42EF-82BD-2686532FF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69b7f8-2218-4e80-ad9a-ba0a55255f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DE0F86-8228-41EE-9521-736EDFF5F0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FC5748-CF0F-4F14-9FDA-B14E01C19131}">
  <ds:schemaRefs>
    <ds:schemaRef ds:uri="http://schemas.microsoft.com/office/2006/metadata/properties"/>
    <ds:schemaRef ds:uri="bd69b7f8-2218-4e80-ad9a-ba0a55255f3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8082</TotalTime>
  <Words>675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PT Serif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zFamily Coombs</cp:lastModifiedBy>
  <cp:revision>20</cp:revision>
  <cp:lastPrinted>2024-01-14T10:12:25Z</cp:lastPrinted>
  <dcterms:created xsi:type="dcterms:W3CDTF">2022-11-15T06:04:26Z</dcterms:created>
  <dcterms:modified xsi:type="dcterms:W3CDTF">2025-02-22T05:35:32Z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0x010100CC070C09BA24F846A2EA0A8EA8B74FC8</vt:lpwstr>
  </property>
</Properties>
</file>