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/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EBB35-5FE2-4899-B7D8-594531009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C6DF7-8C35-4697-8422-B07FE3E34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87F68-3DA6-477D-969C-E3DE9A404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89311-268A-4844-A5F5-8F339C659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26D14-1BF1-4A4C-9456-40D9721F9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041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F5060-621F-476A-8E8A-73905A46F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833E0-1197-4171-9A15-12C9D75F9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5A942-5E04-432D-BD00-DC867BEE6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E3084-91DF-4E0E-9AA0-20CD8393D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FC8F9-DB58-443E-B11D-44060D5C4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55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911BD-8BDF-4889-9AEB-C42C66293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64DA3-B5E1-4BFD-BF15-E875DBA98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BAE1C-ABF1-46AA-AEDB-D5DEC8FF1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25200-ED5D-4100-9408-0FDBBFF36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93766-F1B5-415B-A4E7-CCBC6C65E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49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C3403-EEAF-4F1B-9897-B21BAEB58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57D0C-619E-4241-AEA7-055C6113BE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11022-DF78-47C4-9E3A-EE83445F9E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A557F8-69D1-4C9A-BDEC-F8F2BC3CD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16DED-EAEA-46F9-B401-3C7BF296D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5D13C-051A-4502-A610-97FC2DBD2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4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24C78-7971-447E-8F97-D8939F55F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97EB4-44C6-4878-8D1B-DA3EE23E8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15A6C-5605-48FB-A977-50B2B52A4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35799A-3463-4D93-81DA-F1ADC9E32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A7B7DB-C128-42F1-A5E0-E6DDEF684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A25C9C-BE94-4289-9BA1-49E6E5A52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A49E30-33BE-4E25-9216-EF974BEBB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2BB415-51A9-4A25-99E8-6B7483410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909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EF2A3-B958-487B-9164-32EE0E3F4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6C51EE-65DD-4509-9285-7BB0F877E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FE0AB4-2531-494A-861A-763C2F3C7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89C1C6-A13A-4FDB-ADD6-73E086EB4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142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DBE9CA-E72F-495E-8FC8-73024586D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1C1A92-D064-4907-A73B-86DF4FE45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BE75A-3A6A-489B-82CD-2D9F69C3D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989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9864D-916A-406D-A2D7-C1E4FD1E7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0ACE2-EFCF-41DE-B8B5-D4A177F0A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FBAE6D-AFA2-4B5C-9DF4-8EB4BA628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27010-64F1-4AD7-902C-30D9A67AC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25E35-A69B-4C1C-8693-D9006B60D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132E4D-E2B5-4A88-B2BB-5993D6520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929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75989-9805-40DE-9C64-EB26CF365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512E0A-3571-4D12-AD6B-3DABB4BD25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2994F0-5237-45BF-8604-37CCAA31E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B96E5-509D-4E1C-BB5A-F213D26DB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AC6BF-F35E-41B1-974D-B9BA1ED31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10619-49A1-4992-B8FD-601B2A3D5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127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24E3F-22E0-4191-A26E-56AECB265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3CB64F-EBDA-4319-9C10-C722DDA4E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490A3-F7DB-405F-9F2E-F61A38FA5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C03F6-C643-4926-885A-44944A9BC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1CAF7-D8AA-4DA1-B41E-622002F0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209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ED44A3-5CA0-4086-8A3C-5E15D2FAE1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DF4AB-6617-4EC4-9A9F-B4F862094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0E2B6-6E36-4B7C-B7B3-5838B27C3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C0331-D57A-428C-B478-28BC75E59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B35D7-79D6-4A1D-9CEC-48AAB2D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046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A3AED1-0294-4940-AEA5-FAF107CC2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59E54-ABA5-4456-A972-AB9D5E1AF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6778C-F9C9-4298-8536-C8441463CD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DFF97-D2E2-46FD-9B27-E1F5A5F04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E482E-BBFD-4D70-8641-4F7C3FDD30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26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cfam</dc:creator>
  <cp:lastModifiedBy>cfam</cp:lastModifiedBy>
  <cp:revision>10</cp:revision>
  <cp:lastPrinted>2018-06-10T02:01:57Z</cp:lastPrinted>
  <dcterms:created xsi:type="dcterms:W3CDTF">2018-01-08T03:42:28Z</dcterms:created>
  <dcterms:modified xsi:type="dcterms:W3CDTF">2018-06-10T02:01:59Z</dcterms:modified>
</cp:coreProperties>
</file>