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89A8-C68D-A31A-B463-8F1ACE714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F5398-A1F6-D293-C888-E904FC765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D0BE3-F0B7-6EED-08C1-F145EE1A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583E-5582-4D4A-5745-37566616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7E06C-4E0E-E48F-E04F-B49F3D4A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391E-F61D-FB93-2B91-627E6BEC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2FE6-1C8E-6FDE-CB62-24551520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1513-1FFF-4460-827C-D7BB407D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5451-802E-91CC-5908-179F333E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95B9-CFBC-7DAC-D8EA-693A924C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5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6242-0670-5076-01A2-ED6D7F47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141F9-9C7D-473A-D53A-95B52903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84D4-5C07-BF11-04E5-83D3D48D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6C864-2D31-AA4F-CDA3-C50397B0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FC667-176B-1305-AC0C-BA9CAA62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9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BA7B-C4D4-4D2E-9CC7-DAB45A8D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8709-6FF2-2BD0-4792-2D5352A4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C03EA-AF49-6093-818B-25476A28C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CECEB-BB88-E1DE-4EB7-57B6C2F0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A00CB-F9E1-9C8D-D58C-1B8D662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00FBA-FF73-373D-78F3-337E0651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8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A492-8E9B-AF1C-FCD6-B1057153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BF36C-D336-32E0-C7A8-46D61B9DB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D7E93-2542-07BC-F5D5-98A09F0E6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21F39-48A6-BB15-06DE-DE89243F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7F4AE-95CC-22A1-748F-E08C8CADC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3446B-9352-B310-6E9F-63A4CD8E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27AA4D-0693-F8E4-011B-A0131140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091E7-FCFB-7BA3-32B7-7648D323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2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0858-D5E8-BF1D-97AC-D0A6D25E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D6519-F8F6-22C3-E301-F79966D4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D1AB2-8D7B-1719-8F58-0528A90C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33110-F75A-CA57-4791-0693D574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7B5B0-2D32-8BD0-428F-5F23EAEC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267D4-BDC8-C0EF-9ED3-DCB4466A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26AE9-453A-6D2F-ADBF-C734022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1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989-29E2-837D-B8D9-FD9F7ED4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8A8DC-97E0-DEBE-5904-79662D8D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A074C-04D0-FAC0-92FE-CF7B5C54F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E0077-8282-07D8-8B32-EB75A242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C774A-C5BB-60DF-9C0D-70158E98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45F7E-49C0-A4D4-CA72-76E4BB57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1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846E-D393-7741-713D-39879328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6BC1F-B6B8-E15A-E089-0FDE55DA2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4F38B-A480-87C0-F76F-A5DE2D6C3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04A44-F4E7-B41D-93CC-288559B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E0BF5-753A-7DD2-BFD7-399B48C5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235D-C95C-C69A-B18D-B03B62C6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A757-A767-8928-93DC-187F06C8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EEE51-C8E1-4502-45E9-EDA3D742D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4E5C7-7C61-25AE-D5BA-035D17E8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575D-E921-579D-6FA6-161FE680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03A09-769C-5B05-F9C2-82D310C3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9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77FAB-75B8-C9A7-690C-C5D85C1B2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259B7-8B31-8656-DB84-FC41F668B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C8044-13E8-2D82-410B-81F2C059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5EAC6-D419-6ECD-F4A5-2A18332C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CFA67-F983-55D0-C76A-2D7A0D0C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1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A4D3C-CE55-A56F-8CD6-B3BB4813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31888-7F35-68ED-42B7-C716F780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7C301-F7B8-4E45-BA69-1E7C8BC9B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EF65E-85AE-0BE7-B064-B6C02D204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D831-CC9D-2412-598D-62FB41491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4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B704AE8-CA61-AB98-C977-EAB1EA062593}"/>
              </a:ext>
            </a:extLst>
          </p:cNvPr>
          <p:cNvGrpSpPr/>
          <p:nvPr/>
        </p:nvGrpSpPr>
        <p:grpSpPr>
          <a:xfrm>
            <a:off x="1571624" y="457200"/>
            <a:ext cx="7496176" cy="5943600"/>
            <a:chOff x="1571624" y="457200"/>
            <a:chExt cx="7496176" cy="5943600"/>
          </a:xfrm>
        </p:grpSpPr>
        <p:pic>
          <p:nvPicPr>
            <p:cNvPr id="4" name="Picture 3" descr="Graphical user interface&#10;&#10;Description automatically generated with low confidence">
              <a:extLst>
                <a:ext uri="{FF2B5EF4-FFF2-40B4-BE49-F238E27FC236}">
                  <a16:creationId xmlns:a16="http://schemas.microsoft.com/office/drawing/2014/main" id="{681D7066-46E9-632E-0A3F-257632096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4200" y="457200"/>
              <a:ext cx="5943600" cy="59436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C1A060-9473-1451-3595-DC42D34BED79}"/>
                </a:ext>
              </a:extLst>
            </p:cNvPr>
            <p:cNvSpPr txBox="1"/>
            <p:nvPr/>
          </p:nvSpPr>
          <p:spPr>
            <a:xfrm>
              <a:off x="1595145" y="628560"/>
              <a:ext cx="15525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Anonymous Donation Check Box</a:t>
              </a:r>
            </a:p>
            <a:p>
              <a:r>
                <a:rPr lang="en-US" b="1" dirty="0">
                  <a:solidFill>
                    <a:srgbClr val="00B050"/>
                  </a:solidFill>
                </a:rPr>
                <a:t>Present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755A99-3C65-371C-762A-E027306DB81A}"/>
                </a:ext>
              </a:extLst>
            </p:cNvPr>
            <p:cNvSpPr txBox="1"/>
            <p:nvPr/>
          </p:nvSpPr>
          <p:spPr>
            <a:xfrm>
              <a:off x="1571625" y="4734275"/>
              <a:ext cx="15525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Anonymous Donation Check Box</a:t>
              </a:r>
            </a:p>
            <a:p>
              <a:r>
                <a:rPr lang="en-US" b="1" dirty="0">
                  <a:solidFill>
                    <a:srgbClr val="00B050"/>
                  </a:solidFill>
                </a:rPr>
                <a:t>Present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625282-2D1D-2831-F74D-85FEFA264B52}"/>
                </a:ext>
              </a:extLst>
            </p:cNvPr>
            <p:cNvSpPr txBox="1"/>
            <p:nvPr/>
          </p:nvSpPr>
          <p:spPr>
            <a:xfrm>
              <a:off x="1571624" y="2753965"/>
              <a:ext cx="15525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Anonymous Donation Check Box Missing</a:t>
              </a:r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772BB011-DF4A-A3A6-CDDB-0E520CA054DD}"/>
                </a:ext>
              </a:extLst>
            </p:cNvPr>
            <p:cNvSpPr/>
            <p:nvPr/>
          </p:nvSpPr>
          <p:spPr>
            <a:xfrm>
              <a:off x="2847975" y="2609850"/>
              <a:ext cx="276225" cy="1438275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A6A573E0-6B94-653B-3796-5D52A5B7CEB9}"/>
                </a:ext>
              </a:extLst>
            </p:cNvPr>
            <p:cNvSpPr/>
            <p:nvPr/>
          </p:nvSpPr>
          <p:spPr>
            <a:xfrm>
              <a:off x="2871495" y="509588"/>
              <a:ext cx="276225" cy="1438275"/>
            </a:xfrm>
            <a:prstGeom prst="leftBrac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283ED180-6E45-2EA2-5A6D-8C206865E889}"/>
                </a:ext>
              </a:extLst>
            </p:cNvPr>
            <p:cNvSpPr/>
            <p:nvPr/>
          </p:nvSpPr>
          <p:spPr>
            <a:xfrm>
              <a:off x="2885489" y="4297369"/>
              <a:ext cx="276225" cy="2051043"/>
            </a:xfrm>
            <a:prstGeom prst="leftBrac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86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201668E-41BD-3A17-B220-729B1285CD67}"/>
              </a:ext>
            </a:extLst>
          </p:cNvPr>
          <p:cNvGrpSpPr/>
          <p:nvPr/>
        </p:nvGrpSpPr>
        <p:grpSpPr>
          <a:xfrm>
            <a:off x="1604670" y="554355"/>
            <a:ext cx="6008419" cy="1291590"/>
            <a:chOff x="1604670" y="554355"/>
            <a:chExt cx="6008419" cy="1291590"/>
          </a:xfrm>
        </p:grpSpPr>
        <p:pic>
          <p:nvPicPr>
            <p:cNvPr id="4" name="Picture 3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1D28FABD-5B79-D7C4-2533-8E14CDB84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3949" y="611505"/>
              <a:ext cx="4549140" cy="123444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B7B4BE-4832-7BF1-F50B-59A701563379}"/>
                </a:ext>
              </a:extLst>
            </p:cNvPr>
            <p:cNvSpPr txBox="1"/>
            <p:nvPr/>
          </p:nvSpPr>
          <p:spPr>
            <a:xfrm>
              <a:off x="1604670" y="582926"/>
              <a:ext cx="15525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Anonymous Donation Check Box</a:t>
              </a:r>
            </a:p>
            <a:p>
              <a:r>
                <a:rPr lang="en-US" b="1" dirty="0">
                  <a:solidFill>
                    <a:srgbClr val="00B050"/>
                  </a:solidFill>
                </a:rPr>
                <a:t>Present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CBDF79D7-92C9-A3A3-2397-4687EB087849}"/>
                </a:ext>
              </a:extLst>
            </p:cNvPr>
            <p:cNvSpPr/>
            <p:nvPr/>
          </p:nvSpPr>
          <p:spPr>
            <a:xfrm>
              <a:off x="2776245" y="554355"/>
              <a:ext cx="408371" cy="1234440"/>
            </a:xfrm>
            <a:prstGeom prst="leftBrac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C33E24-60F9-C26D-1056-50F72A6FC592}"/>
                </a:ext>
              </a:extLst>
            </p:cNvPr>
            <p:cNvSpPr/>
            <p:nvPr/>
          </p:nvSpPr>
          <p:spPr>
            <a:xfrm>
              <a:off x="3157245" y="582926"/>
              <a:ext cx="3310230" cy="293374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C13664-DDFB-7780-B599-CC53DDCCB990}"/>
              </a:ext>
            </a:extLst>
          </p:cNvPr>
          <p:cNvGrpSpPr/>
          <p:nvPr/>
        </p:nvGrpSpPr>
        <p:grpSpPr>
          <a:xfrm>
            <a:off x="2033295" y="3044633"/>
            <a:ext cx="5579794" cy="1285961"/>
            <a:chOff x="2033295" y="3044633"/>
            <a:chExt cx="5579794" cy="1285961"/>
          </a:xfrm>
        </p:grpSpPr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D53E5843-67EA-E6E3-D436-C4304D68EB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311" r="1631"/>
            <a:stretch/>
          </p:blipFill>
          <p:spPr bwMode="auto">
            <a:xfrm>
              <a:off x="3279866" y="3096154"/>
              <a:ext cx="4333223" cy="12344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4F2D5E-5DA9-3DEB-48BE-EED2CBDEBFAA}"/>
                </a:ext>
              </a:extLst>
            </p:cNvPr>
            <p:cNvSpPr txBox="1"/>
            <p:nvPr/>
          </p:nvSpPr>
          <p:spPr>
            <a:xfrm>
              <a:off x="2033295" y="3044633"/>
              <a:ext cx="15525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Anonymous Donation Check Box Missing</a:t>
              </a:r>
            </a:p>
          </p:txBody>
        </p:sp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1B463F29-FF46-0494-4F60-0624BCBC1775}"/>
                </a:ext>
              </a:extLst>
            </p:cNvPr>
            <p:cNvSpPr/>
            <p:nvPr/>
          </p:nvSpPr>
          <p:spPr>
            <a:xfrm>
              <a:off x="3184616" y="3106455"/>
              <a:ext cx="382204" cy="1081357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9061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2</cp:revision>
  <dcterms:created xsi:type="dcterms:W3CDTF">2023-01-10T15:30:38Z</dcterms:created>
  <dcterms:modified xsi:type="dcterms:W3CDTF">2023-01-10T16:02:15Z</dcterms:modified>
</cp:coreProperties>
</file>