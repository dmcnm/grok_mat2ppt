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9" r:id="rId4"/>
    <p:sldId id="270" r:id="rId5"/>
    <p:sldId id="27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C3CD6-DDBD-404B-B9EF-96DA753DE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BB3336-9657-4345-B3C1-C78034670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F9726-AACD-447A-A536-E99485925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A0E6E-6CC3-40A0-B151-E55AA3D59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C68E9-8218-4342-8658-CF5C57CF3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3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61C40-0A06-4E12-93CF-65D15ABDB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5FF67-6E16-4253-A614-22FB8D69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BFFEC-C620-40EA-B9FF-DC96BAF5B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6E35B-F899-4E95-BCA3-C42C20ABC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D6B20-8048-4DF7-AACA-F8C5C0BB3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5B437-7309-4832-A8E9-F6ED4F62D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804D5-29F6-41B4-A48F-3740140E0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F8C8C-C6E3-4F86-B308-B35B0BB19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5EBD6-ED01-4707-BF93-87D3FBB91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A9520-DA46-4E55-91C0-CE6C46BE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84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1F9DA-DB97-476A-833E-524AFAC7E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6E383-9B5B-47E1-A5DA-CA156DB058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AE81F-541B-4969-BAEF-8F8149948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CD98A-D894-494E-ABFE-2582C1216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C2DAE-A0BB-4524-9F63-807D2A536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623BA-12B0-438D-BC16-07BF91DFF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73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A8036-74E0-4070-BE7C-9AD0EE0DA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1D20F-9469-475D-ABBA-849950648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5C754-F920-42BF-9754-594074EB7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E426E-9EA3-457C-BCCC-0E5C8FCD5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AF7FD0-C47C-41E7-987C-EE361BC584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233119-52AE-4235-AFE0-ADBB6EFE4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A2E9F-9B77-4AD1-97BB-96E664FB2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22A391-8882-4E6F-BCC4-319F6B26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38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66EBD-A07F-4CE4-89E2-475FA5421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CDAFBD-4A15-4CEC-BE3B-A6917286D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98020-F32A-4BE7-B57A-5FC2B359D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B49BA-9D88-4395-A868-D9F39FEC3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2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578A33-5054-4721-8DDD-DEC241E11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0EC27C-BBFF-43CF-8942-7074E81CC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EC17E-7CE9-46F1-93E7-DAB6B250B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31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53853-5BCF-47FC-9F74-7C96C2E25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C573F-A5A3-4AC6-8075-59FDC460E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E48633-04C5-411E-BB62-822786DD7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ED411-6A00-43AC-9BBC-4F08E628E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A2C2F-3038-4CB2-8677-0A381C576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FB4D3-8DD2-439E-8390-5216BF814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364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B56C-5F5F-4DB3-97B4-A28B8147D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7E51CC-1641-4094-ADC5-9BEC55C010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7D42CF-DEE4-424C-8571-AA8B20669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F7EAA-3495-4E6F-96B7-3E00125DB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995CF-649C-432C-8547-43BA41640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6F419-4CBE-4898-80A4-81533F60D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9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08635-B8D9-4789-B70F-3FB8B341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B3E25-F603-4376-B372-46B3D16BE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BC110-BC05-4D2F-B258-818D7F1C2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195FE-63E8-4460-8313-15F22CF97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D63D2-63D1-486D-AC94-F37B4876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43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BECAA6-F8F8-454B-8569-923A07C76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217C50-4FAF-488E-BE14-6739CE06C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F07FE-7B25-47F4-BDC1-16F734AA2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1FC4B-49FE-48C1-9E3F-4120C82D2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E9EAA-AF73-4E45-9D3B-DC97CC7B3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60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5EBF2A-2FD2-4558-B692-E5C0D94B5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8F296-B256-4D5E-A5C4-665D6A5A4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0B1B1-841C-436C-9365-E1AD2CA78A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4CCFE-5FCE-4CCA-9123-44824D0A6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EA6B8-B920-4FC9-A8EA-362696434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4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vibrationdata.wordpress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6759EED7-3036-4206-AF4F-143480EC9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7697BCC-7C28-47E8-9A0C-3E85682AA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52A2C4-0EB7-444C-86C2-6F7F78A57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227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273172-1434-4F3D-8AF9-B7F1FAC23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9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562066-8007-4EE8-90F2-6AF099A4F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549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9D0911-338B-4FE2-AC80-7EE8D89CFF71}"/>
              </a:ext>
            </a:extLst>
          </p:cNvPr>
          <p:cNvSpPr txBox="1"/>
          <p:nvPr/>
        </p:nvSpPr>
        <p:spPr>
          <a:xfrm>
            <a:off x="1828800" y="2496562"/>
            <a:ext cx="75808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you going to use this package, please send an Email to:   tom@irvinemail.org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smtClean="0"/>
              <a:t>Go </a:t>
            </a:r>
            <a:r>
              <a:rPr lang="en-US" dirty="0"/>
              <a:t>to: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https://vibrationdata.wordpress.com/</a:t>
            </a:r>
            <a:endParaRPr lang="en-US" dirty="0"/>
          </a:p>
          <a:p>
            <a:endParaRPr lang="en-US" dirty="0"/>
          </a:p>
          <a:p>
            <a:r>
              <a:rPr lang="en-US" dirty="0"/>
              <a:t>Download &amp; extract the GUI package as shown on the next slide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8FA63D-27AD-4454-80F5-CCE46B4567DB}"/>
              </a:ext>
            </a:extLst>
          </p:cNvPr>
          <p:cNvSpPr txBox="1"/>
          <p:nvPr/>
        </p:nvSpPr>
        <p:spPr>
          <a:xfrm>
            <a:off x="2437959" y="1061383"/>
            <a:ext cx="59115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Download Vibration GUI</a:t>
            </a:r>
          </a:p>
          <a:p>
            <a:pPr algn="ctr"/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by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Tom Irvine</a:t>
            </a:r>
          </a:p>
        </p:txBody>
      </p:sp>
    </p:spTree>
    <p:extLst>
      <p:ext uri="{BB962C8B-B14F-4D97-AF65-F5344CB8AC3E}">
        <p14:creationId xmlns:p14="http://schemas.microsoft.com/office/powerpoint/2010/main" val="440985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6759EED7-3036-4206-AF4F-143480EC9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7697BCC-7C28-47E8-9A0C-3E85682AA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52A2C4-0EB7-444C-86C2-6F7F78A57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227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273172-1434-4F3D-8AF9-B7F1FAC23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9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562066-8007-4EE8-90F2-6AF099A4F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549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E7122F-60B4-424D-AC09-BCC2E55B2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863" y="777010"/>
            <a:ext cx="9396274" cy="530398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DE867C5E-1ED5-493F-A43C-34F536E283AE}"/>
              </a:ext>
            </a:extLst>
          </p:cNvPr>
          <p:cNvSpPr/>
          <p:nvPr/>
        </p:nvSpPr>
        <p:spPr>
          <a:xfrm>
            <a:off x="2058869" y="4742379"/>
            <a:ext cx="3683298" cy="3147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203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6759EED7-3036-4206-AF4F-143480EC9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7697BCC-7C28-47E8-9A0C-3E85682AA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5385" y="485177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52A2C4-0EB7-444C-86C2-6F7F78A57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227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273172-1434-4F3D-8AF9-B7F1FAC23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9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562066-8007-4EE8-90F2-6AF099A4F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549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56" y="429356"/>
            <a:ext cx="9323809" cy="583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72048" y="1296537"/>
            <a:ext cx="1815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Download the newest version &amp; extract the files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39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17" y="300250"/>
            <a:ext cx="10257143" cy="6133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3511" y="2579427"/>
            <a:ext cx="5704764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Set the path to the folder where the files have been extracted to.</a:t>
            </a:r>
          </a:p>
          <a:p>
            <a:endParaRPr lang="en-US" dirty="0"/>
          </a:p>
          <a:p>
            <a:r>
              <a:rPr lang="en-US" dirty="0" smtClean="0"/>
              <a:t>Then type vibrationdata in the Command Window.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322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476" y="614714"/>
            <a:ext cx="10619048" cy="5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18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70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Irvine</dc:creator>
  <cp:lastModifiedBy>tirvine</cp:lastModifiedBy>
  <cp:revision>14</cp:revision>
  <dcterms:created xsi:type="dcterms:W3CDTF">2018-03-02T14:59:41Z</dcterms:created>
  <dcterms:modified xsi:type="dcterms:W3CDTF">2018-03-02T21:28:16Z</dcterms:modified>
</cp:coreProperties>
</file>