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EE278-C0B7-40E7-8A05-17BAAE7291A4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86177-B2F3-4F8D-BF39-D59447A629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D86177-B2F3-4F8D-BF39-D59447A6295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D86177-B2F3-4F8D-BF39-D59447A6295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27349-39DC-4CF3-A016-764530F31A72}" type="datetimeFigureOut">
              <a:rPr lang="en-US" smtClean="0"/>
              <a:t>7/25/2011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8C486-339C-4F7C-9817-3241601B11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b="31236"/>
          <a:stretch>
            <a:fillRect/>
          </a:stretch>
        </p:blipFill>
        <p:spPr bwMode="auto">
          <a:xfrm rot="-5400000">
            <a:off x="1691640" y="-1061992"/>
            <a:ext cx="5715000" cy="905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b="97108"/>
          <a:stretch>
            <a:fillRect/>
          </a:stretch>
        </p:blipFill>
        <p:spPr bwMode="auto">
          <a:xfrm rot="-5400000">
            <a:off x="-2590800" y="3276599"/>
            <a:ext cx="571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67679"/>
          <a:stretch>
            <a:fillRect/>
          </a:stretch>
        </p:blipFill>
        <p:spPr bwMode="auto">
          <a:xfrm rot="-5400000">
            <a:off x="-195263" y="1338264"/>
            <a:ext cx="5715000" cy="4257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On-screen Show (4:3)</PresentationFormat>
  <Paragraphs>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dcoombs</dc:creator>
  <cp:lastModifiedBy>dcoombs</cp:lastModifiedBy>
  <cp:revision>1</cp:revision>
  <dcterms:created xsi:type="dcterms:W3CDTF">2011-07-25T15:39:38Z</dcterms:created>
  <dcterms:modified xsi:type="dcterms:W3CDTF">2011-07-25T15:45:34Z</dcterms:modified>
</cp:coreProperties>
</file>