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102" d="100"/>
          <a:sy n="102" d="100"/>
        </p:scale>
        <p:origin x="144" y="18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0DD0B-F32B-4AB0-8256-A7C7DC65D4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301465-B539-42B6-8E78-77A368BD07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8B67BD-3346-45E2-98C6-D147C5C4B4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F5EC3-68B3-43B2-9B30-E347987FCF54}" type="datetimeFigureOut">
              <a:rPr lang="en-US" smtClean="0"/>
              <a:t>8/14/2021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6F56CB-D8F1-4CC2-BEC3-A54465A53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A60844-616B-4466-9361-191397E44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7C050-2BB0-42CB-AF71-1035C47D7F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63331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99AC1-52A1-4D43-934A-4E345501F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ABB625-DD35-465F-A8A1-1A280A632A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14F90-DADE-4B57-9A09-3DCA32A21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F5EC3-68B3-43B2-9B30-E347987FCF54}" type="datetimeFigureOut">
              <a:rPr lang="en-US" smtClean="0"/>
              <a:t>8/14/2021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489374-CC78-4A34-8664-4B5551BC2D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75147E-F167-469D-B187-B0A42E6AC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7C050-2BB0-42CB-AF71-1035C47D7F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4268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85143-DA60-43DD-82D7-67D0C17457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3FB4E8-CF2E-42C1-97D9-81234A6DF7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7DEBDE-2FB3-44F6-9F50-955A2D145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F5EC3-68B3-43B2-9B30-E347987FCF54}" type="datetimeFigureOut">
              <a:rPr lang="en-US" smtClean="0"/>
              <a:t>8/14/2021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A96984-19C6-4A1E-B33B-201638CF03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C721FE-44EA-4C5B-9AFA-A3977352C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7C050-2BB0-42CB-AF71-1035C47D7F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3080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A8CD95-767B-47A8-9CF1-1CF67D046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FB2E40-EAFD-4CCC-9D93-65A2CAD6F5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1B2169-0EBF-4A2C-A1A6-21E7818C23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0147C8-C25A-40A3-9FB0-6BCCB675A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F5EC3-68B3-43B2-9B30-E347987FCF54}" type="datetimeFigureOut">
              <a:rPr lang="en-US" smtClean="0"/>
              <a:t>8/14/2021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6649D8-B8FD-4A90-8981-00CF9582B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DAB9BD-67B2-4011-AC9E-ECC8CC056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7C050-2BB0-42CB-AF71-1035C47D7F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54861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80A71-437E-4E74-B52C-07C9457B7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D5C7F5-6DAC-4149-AEE6-ED45653B14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EA7428-1992-4BBC-9C16-9A89583E92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225C98-89BE-40DD-A1ED-A3FEA4C1B8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83DDBA2-8152-4868-B773-D72744AD10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E1D1FCF-96F5-44FB-8D2C-358CACFFE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F5EC3-68B3-43B2-9B30-E347987FCF54}" type="datetimeFigureOut">
              <a:rPr lang="en-US" smtClean="0"/>
              <a:t>8/14/2021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0A3BA9B-3248-402B-8432-5DEF7A60A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4FF18F-316A-49FD-BC01-56B50B8B0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7C050-2BB0-42CB-AF71-1035C47D7F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7643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1DC5A-DA25-460A-AE0B-E827AAB50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15C01A-332E-4C91-A7D7-7CBE0035C1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F5EC3-68B3-43B2-9B30-E347987FCF54}" type="datetimeFigureOut">
              <a:rPr lang="en-US" smtClean="0"/>
              <a:t>8/14/2021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869318-9848-48DA-9A94-FA6C3D99E5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21E453-4ECE-43DF-BCD5-8C94B9212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7C050-2BB0-42CB-AF71-1035C47D7F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5016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42B59EC-C10A-48BC-A035-447953BA7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F5EC3-68B3-43B2-9B30-E347987FCF54}" type="datetimeFigureOut">
              <a:rPr lang="en-US" smtClean="0"/>
              <a:t>8/14/2021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163302-8728-4C0A-BB21-18A7852F0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F0EC09-E904-47FD-A76D-EAACE5259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7C050-2BB0-42CB-AF71-1035C47D7F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8199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55A5F-6464-4B7F-8495-6922B4913F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121678-9FD2-4F18-B1B5-404591C247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B5CE02-54F7-4957-B308-8815D49B8F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5EBA1C-8BDD-4D57-830F-DAA5824BC8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F5EC3-68B3-43B2-9B30-E347987FCF54}" type="datetimeFigureOut">
              <a:rPr lang="en-US" smtClean="0"/>
              <a:t>8/14/2021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4BD236-1DAD-4644-96DE-6DF44B3A47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67B3B6-65E2-424A-91BE-DFDB454DC3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7C050-2BB0-42CB-AF71-1035C47D7F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6966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CC7F8-AC95-4F6F-8F1A-28EC92C67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E8728B-755C-4964-B1D8-FE9034DDDB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CF14C7-16FE-4504-B2BA-B67E5B802E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02E21C-468C-4CE7-8F37-EBF012E72F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F5EC3-68B3-43B2-9B30-E347987FCF54}" type="datetimeFigureOut">
              <a:rPr lang="en-US" smtClean="0"/>
              <a:t>8/14/2021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621871-82A9-4331-B4F5-8016E0237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5AD027-B20B-499B-955F-1BA728234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7C050-2BB0-42CB-AF71-1035C47D7F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1843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1B2F7-0191-4DAB-BC51-B962232B15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4E10DB-449B-470C-BD7D-D163D9E237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E56985-D415-4153-B092-76D7118584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F5EC3-68B3-43B2-9B30-E347987FCF54}" type="datetimeFigureOut">
              <a:rPr lang="en-US" smtClean="0"/>
              <a:t>8/14/2021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D9A81C-5DAF-42E5-895B-86383C9D3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E9EF20-2552-4472-B213-EE64FA2FA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7C050-2BB0-42CB-AF71-1035C47D7F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79663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018412-A76F-4046-8814-726F3D761F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27541D-27C1-4AF3-8BDC-7DFA9099F2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905D69-7544-4828-9F2C-C7B25D213F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F5EC3-68B3-43B2-9B30-E347987FCF54}" type="datetimeFigureOut">
              <a:rPr lang="en-US" smtClean="0"/>
              <a:t>8/14/2021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7121E4-2DA9-47FF-AD9E-4AF2D75E2E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4358F8-A2B6-4230-A33C-F08BC98CC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7C050-2BB0-42CB-AF71-1035C47D7F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506100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941E7FC-7CBE-4058-8E97-1324FCC992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2F9BC8-CFB0-483B-8393-E7E0FF85BF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27D3DB-B8C3-44DE-AB2B-97832B9231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3F5EC3-68B3-43B2-9B30-E347987FCF54}" type="datetimeFigureOut">
              <a:rPr lang="en-US" smtClean="0"/>
              <a:t>8/14/2021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56E444-CAAB-4AE3-85EB-90FBD0D17F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79C86-EFA3-4E34-AACD-90685795C5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57C050-2BB0-42CB-AF71-1035C47D7F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2974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type="obj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0645" y="633770"/>
            <a:ext cx="3132551" cy="400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2000">
                <a:solidFill>
                  <a:schemeClr val="accent1"/>
                </a:solidFill>
                <a:latin typeface="Abadi"/>
              </a:rPr>
              <a:t>What they studied</a:t>
            </a:r>
          </a:p>
        </p:txBody>
      </p:sp>
      <p:sp>
        <p:nvSpPr>
          <p:cNvPr id="5" name="downArrow 4"/>
          <p:cNvSpPr/>
          <p:nvPr/>
        </p:nvSpPr>
        <p:spPr>
          <a:xfrm>
            <a:off x="2815071" y="590062"/>
            <a:ext cx="245059" cy="25456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ownArrow 5"/>
          <p:cNvSpPr/>
          <p:nvPr/>
        </p:nvSpPr>
        <p:spPr>
          <a:xfrm>
            <a:off x="3112891" y="590062"/>
            <a:ext cx="245059" cy="25456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ownArrow 6"/>
          <p:cNvSpPr/>
          <p:nvPr/>
        </p:nvSpPr>
        <p:spPr>
          <a:xfrm>
            <a:off x="3410712" y="590062"/>
            <a:ext cx="245059" cy="25456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3840" y="634959"/>
            <a:ext cx="1276959" cy="400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2000">
                <a:solidFill>
                  <a:schemeClr val="accent1"/>
                </a:solidFill>
                <a:latin typeface="Abadi"/>
              </a:rPr>
              <a:t>The exam</a:t>
            </a:r>
          </a:p>
        </p:txBody>
      </p:sp>
      <p:sp>
        <p:nvSpPr>
          <p:cNvPr id="9" name="downArrow 8"/>
          <p:cNvSpPr/>
          <p:nvPr/>
        </p:nvSpPr>
        <p:spPr>
          <a:xfrm>
            <a:off x="2485064" y="590062"/>
            <a:ext cx="245059" cy="25456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wnArrow 9"/>
          <p:cNvSpPr/>
          <p:nvPr/>
        </p:nvSpPr>
        <p:spPr>
          <a:xfrm>
            <a:off x="2782976" y="590062"/>
            <a:ext cx="245059" cy="25456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ownArrow 10"/>
          <p:cNvSpPr/>
          <p:nvPr/>
        </p:nvSpPr>
        <p:spPr>
          <a:xfrm>
            <a:off x="3080796" y="590062"/>
            <a:ext cx="245059" cy="25456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159" y="1061801"/>
            <a:ext cx="4003060" cy="5742889"/>
          </a:xfrm>
          <a:prstGeom prst="rect">
            <a:avLst/>
          </a:prstGeom>
        </p:spPr>
      </p:pic>
      <p:pic>
        <p:nvPicPr>
          <p:cNvPr id="13" name="Picture 12" descr="image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1220" y="1061801"/>
            <a:ext cx="4003060" cy="572469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5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Abadi</vt:lpstr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Douglas Coombs</dc:creator>
  <cp:lastModifiedBy>Douglas Coombs</cp:lastModifiedBy>
  <cp:revision>1</cp:revision>
  <dcterms:created xsi:type="dcterms:W3CDTF">2021-08-15T03:59:32Z</dcterms:created>
  <dcterms:modified xsi:type="dcterms:W3CDTF">2021-08-15T04:47:26Z</dcterms:modified>
</cp:coreProperties>
</file>