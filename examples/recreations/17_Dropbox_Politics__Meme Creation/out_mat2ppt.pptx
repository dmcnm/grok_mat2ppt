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309372"/>
            <a:ext cx="4514850" cy="6477000"/>
          </a:xfrm>
          <a:prstGeom prst="rect">
            <a:avLst/>
          </a:prstGeom>
        </p:spPr>
      </p:pic>
      <p:pic>
        <p:nvPicPr>
          <p:cNvPr id="3" name="Picture 2" descr="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025" y="309372"/>
            <a:ext cx="4514851" cy="645636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8176" y="518474"/>
            <a:ext cx="3132546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What they studied</a:t>
            </a:r>
          </a:p>
        </p:txBody>
      </p:sp>
      <p:sp>
        <p:nvSpPr>
          <p:cNvPr id="5" name="downArrow 4"/>
          <p:cNvSpPr/>
          <p:nvPr/>
        </p:nvSpPr>
        <p:spPr>
          <a:xfrm>
            <a:off x="2815042" y="590104"/>
            <a:ext cx="245097" cy="2545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Arrow 5"/>
          <p:cNvSpPr/>
          <p:nvPr/>
        </p:nvSpPr>
        <p:spPr>
          <a:xfrm>
            <a:off x="3112880" y="590104"/>
            <a:ext cx="245097" cy="2545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wnArrow 6"/>
          <p:cNvSpPr/>
          <p:nvPr/>
        </p:nvSpPr>
        <p:spPr>
          <a:xfrm>
            <a:off x="3410717" y="590104"/>
            <a:ext cx="245097" cy="2545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3903" y="518474"/>
            <a:ext cx="1276918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The exam</a:t>
            </a:r>
          </a:p>
        </p:txBody>
      </p:sp>
      <p:sp>
        <p:nvSpPr>
          <p:cNvPr id="9" name="downArrow 8"/>
          <p:cNvSpPr/>
          <p:nvPr/>
        </p:nvSpPr>
        <p:spPr>
          <a:xfrm>
            <a:off x="2485100" y="590104"/>
            <a:ext cx="245097" cy="2545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Arrow 9"/>
          <p:cNvSpPr/>
          <p:nvPr/>
        </p:nvSpPr>
        <p:spPr>
          <a:xfrm>
            <a:off x="2782938" y="590104"/>
            <a:ext cx="245097" cy="2545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Arrow 10"/>
          <p:cNvSpPr/>
          <p:nvPr/>
        </p:nvSpPr>
        <p:spPr>
          <a:xfrm>
            <a:off x="3080775" y="590104"/>
            <a:ext cx="245097" cy="2545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