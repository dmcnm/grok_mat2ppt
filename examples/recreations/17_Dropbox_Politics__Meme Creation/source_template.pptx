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44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DD0B-F32B-4AB0-8256-A7C7DC65D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01465-B539-42B6-8E78-77A368BD0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B67BD-3346-45E2-98C6-D147C5C4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F56CB-D8F1-4CC2-BEC3-A54465A53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60844-616B-4466-9361-191397E4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3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9AC1-52A1-4D43-934A-4E345501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BB625-DD35-465F-A8A1-1A280A632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14F90-DADE-4B57-9A09-3DCA32A2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89374-CC78-4A34-8664-4B5551BC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5147E-F167-469D-B187-B0A42E6A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5143-DA60-43DD-82D7-67D0C174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FB4E8-CF2E-42C1-97D9-81234A6DF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DEBDE-2FB3-44F6-9F50-955A2D14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96984-19C6-4A1E-B33B-201638CF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721FE-44EA-4C5B-9AFA-A3977352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0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CD95-767B-47A8-9CF1-1CF67D04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2E40-EAFD-4CCC-9D93-65A2CAD6F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B2169-0EBF-4A2C-A1A6-21E7818C2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147C8-C25A-40A3-9FB0-6BCCB675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649D8-B8FD-4A90-8981-00CF9582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AB9BD-67B2-4011-AC9E-ECC8CC05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8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A71-437E-4E74-B52C-07C9457B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5C7F5-6DAC-4149-AEE6-ED45653B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A7428-1992-4BBC-9C16-9A89583E9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25C98-89BE-40DD-A1ED-A3FEA4C1B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DDBA2-8152-4868-B773-D72744AD1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D1FCF-96F5-44FB-8D2C-358CACFF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A3BA9B-3248-402B-8432-5DEF7A60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FF18F-316A-49FD-BC01-56B50B8B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6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DC5A-DA25-460A-AE0B-E827AAB5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15C01A-332E-4C91-A7D7-7CBE0035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69318-9848-48DA-9A94-FA6C3D99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1E453-4ECE-43DF-BCD5-8C94B921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0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B59EC-C10A-48BC-A035-447953BA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63302-8728-4C0A-BB21-18A7852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0EC09-E904-47FD-A76D-EAACE525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19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5A5F-6464-4B7F-8495-6922B491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1678-9FD2-4F18-B1B5-404591C24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5CE02-54F7-4957-B308-8815D49B8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EBA1C-8BDD-4D57-830F-DAA5824B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BD236-1DAD-4644-96DE-6DF44B3A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7B3B6-65E2-424A-91BE-DFDB454D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9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C7F8-AC95-4F6F-8F1A-28EC92C6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8728B-755C-4964-B1D8-FE9034DDD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F14C7-16FE-4504-B2BA-B67E5B802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2E21C-468C-4CE7-8F37-EBF012E7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21871-82A9-4331-B4F5-8016E0237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AD027-B20B-499B-955F-1BA72823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B2F7-0191-4DAB-BC51-B962232B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E10DB-449B-470C-BD7D-D163D9E23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56985-D415-4153-B092-76D71185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9A81C-5DAF-42E5-895B-86383C9D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EF20-2552-4472-B213-EE64FA2F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6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018412-A76F-4046-8814-726F3D761F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7541D-27C1-4AF3-8BDC-7DFA9099F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05D69-7544-4828-9F2C-C7B25D21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121E4-2DA9-47FF-AD9E-4AF2D75E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358F8-A2B6-4230-A33C-F08BC98C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6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1E7FC-7CBE-4058-8E97-1324FCC9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F9BC8-CFB0-483B-8393-E7E0FF85B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7D3DB-B8C3-44DE-AB2B-97832B923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F5EC3-68B3-43B2-9B30-E347987FCF54}" type="datetimeFigureOut">
              <a:rPr lang="en-US" smtClean="0"/>
              <a:t>8/14/2021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6E444-CAAB-4AE3-85EB-90FBD0D17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79C86-EFA3-4E34-AACD-90685795C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7C050-2BB0-42CB-AF71-1035C47D7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74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1</cp:revision>
  <dcterms:created xsi:type="dcterms:W3CDTF">2021-08-15T03:59:32Z</dcterms:created>
  <dcterms:modified xsi:type="dcterms:W3CDTF">2021-08-15T04:47:26Z</dcterms:modified>
</cp:coreProperties>
</file>