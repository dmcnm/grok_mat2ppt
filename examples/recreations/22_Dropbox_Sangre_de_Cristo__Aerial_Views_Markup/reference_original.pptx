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-14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F5BC345B-806D-4523-AA88-95484207C742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7" rIns="96653" bIns="4832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53" tIns="48327" rIns="96653" bIns="48327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F9F08863-769A-47E3-BADB-A9296A345CF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F08863-769A-47E3-BADB-A9296A345CF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F08863-769A-47E3-BADB-A9296A345CF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F08863-769A-47E3-BADB-A9296A345CF4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F08863-769A-47E3-BADB-A9296A345CF4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153A-12D1-4FE1-B8BB-E64179AA97D7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2FB59-E83A-4ABC-863E-06B9C95C3E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153A-12D1-4FE1-B8BB-E64179AA97D7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2FB59-E83A-4ABC-863E-06B9C95C3E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153A-12D1-4FE1-B8BB-E64179AA97D7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2FB59-E83A-4ABC-863E-06B9C95C3E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153A-12D1-4FE1-B8BB-E64179AA97D7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2FB59-E83A-4ABC-863E-06B9C95C3E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153A-12D1-4FE1-B8BB-E64179AA97D7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2FB59-E83A-4ABC-863E-06B9C95C3E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153A-12D1-4FE1-B8BB-E64179AA97D7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2FB59-E83A-4ABC-863E-06B9C95C3E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153A-12D1-4FE1-B8BB-E64179AA97D7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2FB59-E83A-4ABC-863E-06B9C95C3E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153A-12D1-4FE1-B8BB-E64179AA97D7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2FB59-E83A-4ABC-863E-06B9C95C3E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153A-12D1-4FE1-B8BB-E64179AA97D7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2FB59-E83A-4ABC-863E-06B9C95C3E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153A-12D1-4FE1-B8BB-E64179AA97D7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2FB59-E83A-4ABC-863E-06B9C95C3E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153A-12D1-4FE1-B8BB-E64179AA97D7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2FB59-E83A-4ABC-863E-06B9C95C3E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D153A-12D1-4FE1-B8BB-E64179AA97D7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2FB59-E83A-4ABC-863E-06B9C95C3E0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685800"/>
            <a:ext cx="9144000" cy="5524500"/>
            <a:chOff x="9525" y="666750"/>
            <a:chExt cx="9134475" cy="5524500"/>
          </a:xfrm>
        </p:grpSpPr>
        <p:pic>
          <p:nvPicPr>
            <p:cNvPr id="4" name="Picture 3"/>
            <p:cNvPicPr/>
            <p:nvPr/>
          </p:nvPicPr>
          <p:blipFill>
            <a:blip r:embed="rId3" cstate="print"/>
            <a:srcRect l="19876" t="16816"/>
            <a:stretch>
              <a:fillRect/>
            </a:stretch>
          </p:blipFill>
          <p:spPr bwMode="auto">
            <a:xfrm>
              <a:off x="9525" y="666750"/>
              <a:ext cx="9134475" cy="5524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Rounded Rectangle 4"/>
            <p:cNvSpPr/>
            <p:nvPr/>
          </p:nvSpPr>
          <p:spPr>
            <a:xfrm>
              <a:off x="1905000" y="3733800"/>
              <a:ext cx="1219200" cy="3810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Symbol" pitchFamily="18" charset="2"/>
                </a:rPr>
                <a:t>b1</a:t>
              </a:r>
              <a:r>
                <a:rPr lang="en-US" sz="1200" dirty="0" smtClean="0">
                  <a:solidFill>
                    <a:schemeClr val="tx1"/>
                  </a:solidFill>
                </a:rPr>
                <a:t>: Coombs’ House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248400" y="3429000"/>
              <a:ext cx="1219200" cy="3810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Symbol" pitchFamily="18" charset="2"/>
                </a:rPr>
                <a:t>b2</a:t>
              </a:r>
              <a:r>
                <a:rPr lang="en-US" sz="1200" dirty="0" smtClean="0">
                  <a:solidFill>
                    <a:schemeClr val="tx1"/>
                  </a:solidFill>
                </a:rPr>
                <a:t>: Smith’s House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685800"/>
            <a:ext cx="9144000" cy="5504688"/>
            <a:chOff x="0" y="676656"/>
            <a:chExt cx="9144000" cy="5504688"/>
          </a:xfrm>
        </p:grpSpPr>
        <p:pic>
          <p:nvPicPr>
            <p:cNvPr id="3" name="Picture 2"/>
            <p:cNvPicPr/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76656"/>
              <a:ext cx="9144000" cy="55046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" name="Rounded Rectangle 3"/>
            <p:cNvSpPr/>
            <p:nvPr/>
          </p:nvSpPr>
          <p:spPr>
            <a:xfrm>
              <a:off x="2667000" y="2971800"/>
              <a:ext cx="1219200" cy="1524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  <a:latin typeface="Symbol" pitchFamily="18" charset="2"/>
                </a:rPr>
                <a:t>a1</a:t>
              </a:r>
              <a:r>
                <a:rPr lang="en-US" sz="900" dirty="0" smtClean="0">
                  <a:solidFill>
                    <a:schemeClr val="tx1"/>
                  </a:solidFill>
                </a:rPr>
                <a:t>: Coombs’ House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800600" y="2819400"/>
              <a:ext cx="1219200" cy="1524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  <a:latin typeface="Symbol" pitchFamily="18" charset="2"/>
                </a:rPr>
                <a:t>a2</a:t>
              </a:r>
              <a:r>
                <a:rPr lang="en-US" sz="900" dirty="0" smtClean="0">
                  <a:solidFill>
                    <a:schemeClr val="tx1"/>
                  </a:solidFill>
                </a:rPr>
                <a:t>: Smith’s House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114800" y="4876800"/>
              <a:ext cx="1676400" cy="1524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  <a:latin typeface="Symbol" pitchFamily="18" charset="2"/>
                </a:rPr>
                <a:t>a3</a:t>
              </a:r>
              <a:r>
                <a:rPr lang="en-US" sz="900" dirty="0" smtClean="0">
                  <a:solidFill>
                    <a:schemeClr val="tx1"/>
                  </a:solidFill>
                </a:rPr>
                <a:t>: </a:t>
              </a:r>
              <a:r>
                <a:rPr lang="en-US" sz="900" dirty="0" err="1" smtClean="0">
                  <a:solidFill>
                    <a:schemeClr val="tx1"/>
                  </a:solidFill>
                </a:rPr>
                <a:t>Brannock’s</a:t>
              </a:r>
              <a:r>
                <a:rPr lang="en-US" sz="900" dirty="0" smtClean="0">
                  <a:solidFill>
                    <a:schemeClr val="tx1"/>
                  </a:solidFill>
                </a:rPr>
                <a:t> Home Site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685800"/>
            <a:ext cx="9144000" cy="5524500"/>
            <a:chOff x="9525" y="666750"/>
            <a:chExt cx="9134475" cy="5524500"/>
          </a:xfrm>
        </p:grpSpPr>
        <p:pic>
          <p:nvPicPr>
            <p:cNvPr id="4" name="Picture 3"/>
            <p:cNvPicPr/>
            <p:nvPr/>
          </p:nvPicPr>
          <p:blipFill>
            <a:blip r:embed="rId3" cstate="print"/>
            <a:srcRect l="19876" t="16816"/>
            <a:stretch>
              <a:fillRect/>
            </a:stretch>
          </p:blipFill>
          <p:spPr bwMode="auto">
            <a:xfrm>
              <a:off x="9525" y="666750"/>
              <a:ext cx="9134475" cy="5524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Rounded Rectangle 4"/>
            <p:cNvSpPr/>
            <p:nvPr/>
          </p:nvSpPr>
          <p:spPr>
            <a:xfrm>
              <a:off x="2209800" y="3886200"/>
              <a:ext cx="381000" cy="3048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Symbol" pitchFamily="18" charset="2"/>
                </a:rPr>
                <a:t>b1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553200" y="3429000"/>
              <a:ext cx="457200" cy="3048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Symbol" pitchFamily="18" charset="2"/>
                </a:rPr>
                <a:t>b2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685800"/>
            <a:ext cx="9144000" cy="5504688"/>
            <a:chOff x="0" y="676656"/>
            <a:chExt cx="9144000" cy="5504688"/>
          </a:xfrm>
        </p:grpSpPr>
        <p:pic>
          <p:nvPicPr>
            <p:cNvPr id="3" name="Picture 2"/>
            <p:cNvPicPr/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76656"/>
              <a:ext cx="9144000" cy="55046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" name="Rounded Rectangle 3"/>
            <p:cNvSpPr/>
            <p:nvPr/>
          </p:nvSpPr>
          <p:spPr>
            <a:xfrm>
              <a:off x="3810000" y="2438400"/>
              <a:ext cx="381000" cy="15544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  <a:latin typeface="Symbol" pitchFamily="18" charset="2"/>
                </a:rPr>
                <a:t>a1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876800" y="2819400"/>
              <a:ext cx="381000" cy="1524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  <a:latin typeface="Symbol" pitchFamily="18" charset="2"/>
                </a:rPr>
                <a:t>a2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038600" y="4953000"/>
              <a:ext cx="381000" cy="1524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  <a:latin typeface="Symbol" pitchFamily="18" charset="2"/>
                </a:rPr>
                <a:t>a3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32</Words>
  <Application>Microsoft Office PowerPoint</Application>
  <PresentationFormat>On-screen Show (4:3)</PresentationFormat>
  <Paragraphs>14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dcoombs</dc:creator>
  <cp:lastModifiedBy>dcoombs</cp:lastModifiedBy>
  <cp:revision>23</cp:revision>
  <dcterms:created xsi:type="dcterms:W3CDTF">2011-08-01T06:22:55Z</dcterms:created>
  <dcterms:modified xsi:type="dcterms:W3CDTF">2011-08-01T09:53:11Z</dcterms:modified>
</cp:coreProperties>
</file>