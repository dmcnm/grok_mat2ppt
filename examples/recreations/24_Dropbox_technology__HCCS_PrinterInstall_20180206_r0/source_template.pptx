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/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99B3"/>
    <a:srgbClr val="020151"/>
    <a:srgbClr val="003399"/>
    <a:srgbClr val="010127"/>
    <a:srgbClr val="04004D"/>
    <a:srgbClr val="040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1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24" Type="http://schemas.microsoft.com/office/2015/10/relationships/revisionInfo" Target="revisionInfo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1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1"/>
          </a:xfrm>
          <a:prstGeom prst="rect">
            <a:avLst/>
          </a:prstGeom>
        </p:spPr>
        <p:txBody>
          <a:bodyPr vert="horz" lIns="93317" tIns="46659" rIns="93317" bIns="46659" rtlCol="0"/>
          <a:lstStyle>
            <a:lvl1pPr algn="r">
              <a:defRPr sz="1200"/>
            </a:lvl1pPr>
          </a:lstStyle>
          <a:p>
            <a:fld id="{7F7B82D3-D4F7-4B8B-8BE1-460FB89887CB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7" tIns="46659" rIns="93317" bIns="4665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9"/>
          </a:xfrm>
          <a:prstGeom prst="rect">
            <a:avLst/>
          </a:prstGeom>
        </p:spPr>
        <p:txBody>
          <a:bodyPr vert="horz" lIns="93317" tIns="46659" rIns="93317" bIns="4665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0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0"/>
          </a:xfrm>
          <a:prstGeom prst="rect">
            <a:avLst/>
          </a:prstGeom>
        </p:spPr>
        <p:txBody>
          <a:bodyPr vert="horz" lIns="93317" tIns="46659" rIns="93317" bIns="46659" rtlCol="0" anchor="b"/>
          <a:lstStyle>
            <a:lvl1pPr algn="r">
              <a:defRPr sz="1200"/>
            </a:lvl1pPr>
          </a:lstStyle>
          <a:p>
            <a:fld id="{211EEFB6-8312-4F1B-A70E-46D57B97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669A8AA-85C3-4D8C-9C61-3E926044398E}"/>
              </a:ext>
            </a:extLst>
          </p:cNvPr>
          <p:cNvSpPr/>
          <p:nvPr userDrawn="1"/>
        </p:nvSpPr>
        <p:spPr>
          <a:xfrm>
            <a:off x="9682645" y="-4747"/>
            <a:ext cx="2509355" cy="6869866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58B2F07-B815-45D0-9D66-9BD0EA66D7C8}"/>
              </a:ext>
            </a:extLst>
          </p:cNvPr>
          <p:cNvSpPr/>
          <p:nvPr userDrawn="1"/>
        </p:nvSpPr>
        <p:spPr>
          <a:xfrm>
            <a:off x="0" y="-4746"/>
            <a:ext cx="2623225" cy="6869865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0FBFD15-DCFC-4A08-A2A1-02ACD5A3FF90}"/>
              </a:ext>
            </a:extLst>
          </p:cNvPr>
          <p:cNvSpPr/>
          <p:nvPr userDrawn="1"/>
        </p:nvSpPr>
        <p:spPr>
          <a:xfrm>
            <a:off x="2623225" y="-4747"/>
            <a:ext cx="7059420" cy="6869866"/>
          </a:xfrm>
          <a:prstGeom prst="rect">
            <a:avLst/>
          </a:prstGeom>
          <a:blipFill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79B57B-7150-4612-9450-C0F92594C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3258583-E441-499E-9EA8-B8C6E91C4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03EF15F-0678-4ECF-A020-821D2CF13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/>
            </a:lvl1pPr>
          </a:lstStyle>
          <a:p>
            <a:fld id="{971C0534-AC82-40C9-9D5F-C772AE9BC3F8}" type="datetimeFigureOut">
              <a:rPr lang="en-US" smtClean="0"/>
              <a:pPr/>
              <a:t>2/6/2018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CCEF7E5-DA2B-4B3F-A945-10BD0485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4E2B13-544C-40AE-9F59-7DB4367B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8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8DE3DB-64C3-4633-9F61-8FC18903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365125"/>
            <a:ext cx="9772761" cy="659559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0EB07E-4285-4E6E-AD42-45F8F3652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121" y="1222110"/>
            <a:ext cx="11165680" cy="4954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http://holychildcatholicschool.org/images/AMDG.jpg">
            <a:extLst>
              <a:ext uri="{FF2B5EF4-FFF2-40B4-BE49-F238E27FC236}">
                <a16:creationId xmlns="" xmlns:a16="http://schemas.microsoft.com/office/drawing/2014/main" id="{1A075D24-58FB-45E0-97FB-D110E42AAD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20" y="5525927"/>
            <a:ext cx="1143000" cy="122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5">
            <a:extLst>
              <a:ext uri="{FF2B5EF4-FFF2-40B4-BE49-F238E27FC236}">
                <a16:creationId xmlns="" xmlns:a16="http://schemas.microsoft.com/office/drawing/2014/main" id="{FB4AF569-35E8-469F-B966-1D4991D7C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880" y="139366"/>
            <a:ext cx="1410420" cy="137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84A9ABD-6110-4F9E-A27C-F9036C891C1E}"/>
              </a:ext>
            </a:extLst>
          </p:cNvPr>
          <p:cNvSpPr txBox="1"/>
          <p:nvPr userDrawn="1"/>
        </p:nvSpPr>
        <p:spPr>
          <a:xfrm>
            <a:off x="3201787" y="6315103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CHILD CATHOLIC SCHOOL: RAISING SAINTS, FORMING SCHOLARS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388B6997-9B4F-4EE7-914A-92A8BA753781}"/>
              </a:ext>
            </a:extLst>
          </p:cNvPr>
          <p:cNvCxnSpPr>
            <a:cxnSpLocks/>
          </p:cNvCxnSpPr>
          <p:nvPr userDrawn="1"/>
        </p:nvCxnSpPr>
        <p:spPr>
          <a:xfrm>
            <a:off x="1449421" y="6176963"/>
            <a:ext cx="10302312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03000B35-988C-48A1-ADC2-1647C99D651C}"/>
              </a:ext>
            </a:extLst>
          </p:cNvPr>
          <p:cNvCxnSpPr>
            <a:cxnSpLocks/>
          </p:cNvCxnSpPr>
          <p:nvPr userDrawn="1"/>
        </p:nvCxnSpPr>
        <p:spPr>
          <a:xfrm>
            <a:off x="535021" y="1083971"/>
            <a:ext cx="10029217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78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8DE3DB-64C3-4633-9F61-8FC18903E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0EB07E-4285-4E6E-AD42-45F8F3652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4824955-E026-44BF-8067-2E633508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5A09ADB-6E4C-43AA-BB7C-70B5A296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B8CA01D-21B6-4ABA-B6C2-96C9C90A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AEB7C1-DD30-4865-9833-83DCA35E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6A761F3-83C6-4288-98A2-3135ED770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C2F6C69-7C10-48B0-96AB-A761483E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F6BD7CE-3188-491C-B4FE-438777C2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E270E74-54CD-4F67-B266-4729B18A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8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D14BA5-5DD2-464F-8FFC-EF73EA4E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DD371AE-C255-4A0E-B44E-E9679A514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5527C34-E774-4655-AEE1-E70ABC6EC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FFD1F88-A305-4A7D-8E81-6AE05E279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4F5F146-52A6-4111-9C7F-C5BF359CC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A750156-9087-4EA7-8488-00E2780D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0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F4BDEB-D1EC-40F9-841D-BC313241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237CA18-FF83-45EC-88F7-0CA86345A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5CFF859-32AA-466B-AF27-6CCB30FFA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A4DE44C-C283-4F7F-BB1C-5CD070761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26A7AB5-B21D-4167-A1F6-946692F30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D5E004F-CEF7-4CEA-9835-D861554F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D943420-EAF1-4344-9250-C2B16892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9C4A0F3-AEEC-4D44-9526-E32BCF5A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01C001-212E-436C-83D2-8DFDBB7F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B577058-9124-4331-ADC5-D160D2E7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3389A19-0ABB-423C-AEFF-8EFABE84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D73D961-334C-4C95-8423-183ABE87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8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89639A4-174A-413D-B74E-E4279C3F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9A44539-2BFC-4045-94DA-EADA31805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D146B6B-D651-4A86-9C20-15F23CCA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5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114B55-5F65-48CD-82BF-D7882C29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AD0B03-7A6B-4416-9619-3ABE579F7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7A1D364-FC10-44C7-B6DE-729C5B3C3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4FAA908-CEE0-480B-ABC5-0B045D8A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ECC886D-9A21-4869-9403-72A47A77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CBF93ED-BCD5-4E56-8850-6D21CCB0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98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5A50F2-28BA-40C5-A5D2-665E38FB2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F20D352-72A3-40EF-B11D-731112265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2E147FE-7C16-446B-BA0C-D0F61AAE8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A373D32-097F-44BF-8AB5-E889A370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F5EAD7A-1CCB-4BA3-8D49-E3468E02B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D4D3487-8808-4A0B-9551-6ACD9635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5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F58824-0A00-4268-9799-EE306C02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78AB82F-D6E5-428B-AE46-DA85B61CF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4FA224F-9304-46DE-A64E-5F239B91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1396001-5D00-4507-AD2B-23357FAB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437C604-0716-46D2-939A-BC46C71C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3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756161D-7C5A-4F80-B7BE-8B773F3D1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E60B2E1-347B-46D3-9F31-5DD0587A3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C21C4A1-4C7A-4EE8-8AD6-D1029264F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1F6B4F9-48AB-4D66-A5D9-5BA17BD1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1E981BA-9FB6-42B8-B33A-2B7BD5EB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06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FBF2EF4-89A0-4DE1-BEB7-8F1B030A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AE6BD1F-2DEF-42EC-9645-45464EE9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A7CBE6F-5766-4830-8A7E-AA23A5B8C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C0534-AC82-40C9-9D5F-C772AE9BC3F8}" type="datetimeFigureOut">
              <a:rPr lang="en-US" smtClean="0"/>
              <a:t>2/6/2018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97F57C3-BA72-4CE6-A160-6FFA2EA22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CB7899-B14A-4DA4-AF60-0843997F3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6120</TotalTime>
  <Words>206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HCCS Network Printer Installation</vt:lpstr>
      <vt:lpstr>Overview</vt:lpstr>
      <vt:lpstr>Current Printers</vt:lpstr>
      <vt:lpstr>Installing a Network Printer Using TCP/IP (1/4) </vt:lpstr>
      <vt:lpstr>Installing a Network Printer Using TCP/IP (2/4)</vt:lpstr>
      <vt:lpstr>Installing a Network Printer Using TCP/IP (3/4) </vt:lpstr>
      <vt:lpstr>Installing a Network Printer Using TCP/IP (4/4)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Coombs,Douglas M</cp:lastModifiedBy>
  <cp:revision>54</cp:revision>
  <cp:lastPrinted>2017-10-30T16:53:42Z</cp:lastPrinted>
  <dcterms:created xsi:type="dcterms:W3CDTF">2017-10-21T04:06:09Z</dcterms:created>
  <dcterms:modified xsi:type="dcterms:W3CDTF">2018-02-06T18:43:38Z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073af042-833c-47dd-b860-957f86ae111e</vt:lpwstr>
  </property>
  <property fmtid="{D5CDD505-2E9C-101B-9397-08002B2CF9AE}" pid="3" name="techData">
    <vt:lpwstr>No</vt:lpwstr>
  </property>
</Properties>
</file>