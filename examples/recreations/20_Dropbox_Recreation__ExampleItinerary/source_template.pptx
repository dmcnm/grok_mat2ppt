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/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98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DEE278-C0B7-40E7-8A05-17BAAE7291A4}" type="datetimeFigureOut">
              <a:rPr lang="en-US" smtClean="0"/>
              <a:t>7/25/2011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D86177-B2F3-4F8D-BF39-D59447A6295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7349-39DC-4CF3-A016-764530F31A72}" type="datetimeFigureOut">
              <a:rPr lang="en-US" smtClean="0"/>
              <a:t>7/25/2011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8C486-339C-4F7C-9817-3241601B11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7349-39DC-4CF3-A016-764530F31A72}" type="datetimeFigureOut">
              <a:rPr lang="en-US" smtClean="0"/>
              <a:t>7/25/2011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8C486-339C-4F7C-9817-3241601B11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7349-39DC-4CF3-A016-764530F31A72}" type="datetimeFigureOut">
              <a:rPr lang="en-US" smtClean="0"/>
              <a:t>7/25/2011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8C486-339C-4F7C-9817-3241601B11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7349-39DC-4CF3-A016-764530F31A72}" type="datetimeFigureOut">
              <a:rPr lang="en-US" smtClean="0"/>
              <a:t>7/25/2011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8C486-339C-4F7C-9817-3241601B11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7349-39DC-4CF3-A016-764530F31A72}" type="datetimeFigureOut">
              <a:rPr lang="en-US" smtClean="0"/>
              <a:t>7/25/2011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8C486-339C-4F7C-9817-3241601B11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7349-39DC-4CF3-A016-764530F31A72}" type="datetimeFigureOut">
              <a:rPr lang="en-US" smtClean="0"/>
              <a:t>7/25/2011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8C486-339C-4F7C-9817-3241601B11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7349-39DC-4CF3-A016-764530F31A72}" type="datetimeFigureOut">
              <a:rPr lang="en-US" smtClean="0"/>
              <a:t>7/25/2011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8C486-339C-4F7C-9817-3241601B11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7349-39DC-4CF3-A016-764530F31A72}" type="datetimeFigureOut">
              <a:rPr lang="en-US" smtClean="0"/>
              <a:t>7/25/2011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8C486-339C-4F7C-9817-3241601B11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7349-39DC-4CF3-A016-764530F31A72}" type="datetimeFigureOut">
              <a:rPr lang="en-US" smtClean="0"/>
              <a:t>7/25/2011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8C486-339C-4F7C-9817-3241601B11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7349-39DC-4CF3-A016-764530F31A72}" type="datetimeFigureOut">
              <a:rPr lang="en-US" smtClean="0"/>
              <a:t>7/25/2011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8C486-339C-4F7C-9817-3241601B11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7349-39DC-4CF3-A016-764530F31A72}" type="datetimeFigureOut">
              <a:rPr lang="en-US" smtClean="0"/>
              <a:t>7/25/2011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8C486-339C-4F7C-9817-3241601B11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127349-39DC-4CF3-A016-764530F31A72}" type="datetimeFigureOut">
              <a:rPr lang="en-US" smtClean="0"/>
              <a:t>7/25/2011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88C486-339C-4F7C-9817-3241601B118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</Words>
  <Application>Microsoft Office PowerPoint</Application>
  <PresentationFormat>On-screen Show (4:3)</PresentationFormat>
  <Paragraphs>2</Paragraphs>
  <Slides>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Slide 1</vt:lpstr>
      <vt:lpstr>Slide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dcoombs</dc:creator>
  <cp:lastModifiedBy>dcoombs</cp:lastModifiedBy>
  <cp:revision>1</cp:revision>
  <dcterms:created xsi:type="dcterms:W3CDTF">2011-07-25T15:39:38Z</dcterms:created>
  <dcterms:modified xsi:type="dcterms:W3CDTF">2011-07-25T15:45:34Z</dcterms:modified>
</cp:coreProperties>
</file>