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00201"/>
            <a:ext cx="8229600" cy="533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057400"/>
            <a:ext cx="8762999" cy="1169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Few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3429000"/>
            <a:ext cx="8762999" cy="1169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Sponsored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724400"/>
            <a:ext cx="8762999" cy="1169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By Parish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00201"/>
            <a:ext cx="8229600" cy="533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" y="2057400"/>
            <a:ext cx="8762999" cy="938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Few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3429000"/>
            <a:ext cx="8762999" cy="938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Sponsored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4724400"/>
            <a:ext cx="8762999" cy="938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By Parish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00201"/>
            <a:ext cx="8229600" cy="533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438400"/>
            <a:ext cx="8762999" cy="938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Brief Look at Poverty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3657600"/>
            <a:ext cx="8762999" cy="1169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 Poverty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105400"/>
            <a:ext cx="8762999" cy="1169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Brief 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