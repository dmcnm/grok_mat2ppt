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22738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9938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954963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496562"/>
            <a:ext cx="7580859" cy="2585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If you going to use this package, please send an Email to:   tom@irvinemail.orgGo to:https://vibrationdata.wordpress.com/Download &amp; extract the GUI package as shown on the next 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7959" y="1061383"/>
            <a:ext cx="5911562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Download Vibration GUIby Tom Irvine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22738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9938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954963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63" y="777010"/>
            <a:ext cx="9396274" cy="53039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058869" y="4742379"/>
            <a:ext cx="3683298" cy="31473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25385" y="4851779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22738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9938"/>
            <a:ext cx="121920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954963"/>
            <a:ext cx="121920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6" y="429356"/>
            <a:ext cx="9323809" cy="58380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72048" y="1296537"/>
            <a:ext cx="1815152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Download the newest version &amp; extract the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17" y="300250"/>
            <a:ext cx="10257143" cy="61333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03511" y="2579427"/>
            <a:ext cx="5704764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Set the path to the folder where the files have been extracted to.Then type vibrationdata in the Command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76" y="614714"/>
            <a:ext cx="10619048" cy="5628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