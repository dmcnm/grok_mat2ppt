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8"/>
  </p:sldIdLst>
  <p:sldSz cx="10058400" cy="77724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6" d="100"/>
          <a:sy n="66" d="100"/>
        </p:scale>
        <p:origin x="-1229" y="-91"/>
      </p:cViewPr>
      <p:guideLst>
        <p:guide orient="horz" pos="2448"/>
        <p:guide pos="31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09675" y="685800"/>
            <a:ext cx="443865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8115441-EE0F-4D96-8FA3-F5057983E246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063" y="2414588"/>
            <a:ext cx="8550275" cy="1665287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8125" y="4403725"/>
            <a:ext cx="7042150" cy="1987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238" y="311150"/>
            <a:ext cx="9051925" cy="12954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238" y="1812925"/>
            <a:ext cx="9051925" cy="5130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38" y="4994275"/>
            <a:ext cx="8548687" cy="1544638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5338" y="3294063"/>
            <a:ext cx="8548687" cy="17002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238" y="311150"/>
            <a:ext cx="9051925" cy="12954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3238" y="1812925"/>
            <a:ext cx="4449762" cy="51308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5400" y="1812925"/>
            <a:ext cx="4449763" cy="51308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238" y="311150"/>
            <a:ext cx="9051925" cy="12954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238" y="1739900"/>
            <a:ext cx="4443412" cy="7254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238" y="2465388"/>
            <a:ext cx="4443412" cy="447833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0163" y="1739900"/>
            <a:ext cx="4445000" cy="7254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0163" y="2465388"/>
            <a:ext cx="4445000" cy="447833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238" y="311150"/>
            <a:ext cx="9051925" cy="12954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238" y="309563"/>
            <a:ext cx="3308350" cy="13176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2238" y="309563"/>
            <a:ext cx="5622925" cy="6634162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238" y="1627188"/>
            <a:ext cx="3308350" cy="5316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675" y="5440363"/>
            <a:ext cx="6035675" cy="642937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71675" y="693738"/>
            <a:ext cx="6035675" cy="4664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1675" y="6083300"/>
            <a:ext cx="6035675" cy="911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238" y="311150"/>
            <a:ext cx="9051925" cy="12954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3238" y="1812925"/>
            <a:ext cx="9051925" cy="51308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92975" y="311150"/>
            <a:ext cx="2262188" cy="6632575"/>
          </a:xfrm>
          <a:prstGeom prst="rect">
            <a:avLst/>
          </a:prstGeo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3238" y="311150"/>
            <a:ext cx="6637337" cy="66325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1" name="Picture 7" descr="MyAwardMaker_ED_008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457200" y="342900"/>
            <a:ext cx="9220200" cy="7124700"/>
          </a:xfrm>
          <a:prstGeom prst="rect">
            <a:avLst/>
          </a:prstGeom>
          <a:noFill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+mj-lt"/>
          <a:ea typeface="+mj-ea"/>
          <a:cs typeface="+mj-cs"/>
        </a:defRPr>
      </a:lvl1pPr>
      <a:lvl2pPr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2pPr>
      <a:lvl3pPr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3pPr>
      <a:lvl4pPr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4pPr>
      <a:lvl5pPr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5pPr>
      <a:lvl6pPr marL="457200"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6pPr>
      <a:lvl7pPr marL="914400"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7pPr>
      <a:lvl8pPr marL="1371600"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8pPr>
      <a:lvl9pPr marL="1828800" algn="ctr" defTabSz="1019175" rtl="0" eaLnBrk="1" fontAlgn="base" hangingPunct="1">
        <a:spcBef>
          <a:spcPct val="0"/>
        </a:spcBef>
        <a:spcAft>
          <a:spcPct val="0"/>
        </a:spcAft>
        <a:defRPr sz="4900">
          <a:solidFill>
            <a:schemeClr val="tx2"/>
          </a:solidFill>
          <a:latin typeface="Arial" charset="0"/>
        </a:defRPr>
      </a:lvl9pPr>
    </p:titleStyle>
    <p:bodyStyle>
      <a:lvl1pPr marL="382588" indent="-382588" algn="l" defTabSz="1019175" rtl="0" eaLnBrk="1" fontAlgn="base" hangingPunct="1">
        <a:spcBef>
          <a:spcPct val="20000"/>
        </a:spcBef>
        <a:spcAft>
          <a:spcPct val="0"/>
        </a:spcAft>
        <a:buChar char="•"/>
        <a:defRPr sz="3600">
          <a:solidFill>
            <a:schemeClr val="tx1"/>
          </a:solidFill>
          <a:latin typeface="+mn-lt"/>
          <a:ea typeface="+mn-ea"/>
          <a:cs typeface="+mn-cs"/>
        </a:defRPr>
      </a:lvl1pPr>
      <a:lvl2pPr marL="827088" indent="-317500" algn="l" defTabSz="1019175" rtl="0" eaLnBrk="1" fontAlgn="base" hangingPunct="1">
        <a:spcBef>
          <a:spcPct val="20000"/>
        </a:spcBef>
        <a:spcAft>
          <a:spcPct val="0"/>
        </a:spcAft>
        <a:buChar char="–"/>
        <a:defRPr sz="3100">
          <a:solidFill>
            <a:schemeClr val="tx1"/>
          </a:solidFill>
          <a:latin typeface="+mn-lt"/>
        </a:defRPr>
      </a:lvl2pPr>
      <a:lvl3pPr marL="1273175" indent="-254000" algn="l" defTabSz="1019175" rtl="0" eaLnBrk="1" fontAlgn="base" hangingPunct="1">
        <a:spcBef>
          <a:spcPct val="20000"/>
        </a:spcBef>
        <a:spcAft>
          <a:spcPct val="0"/>
        </a:spcAft>
        <a:buChar char="•"/>
        <a:defRPr sz="2700">
          <a:solidFill>
            <a:schemeClr val="tx1"/>
          </a:solidFill>
          <a:latin typeface="+mn-lt"/>
        </a:defRPr>
      </a:lvl3pPr>
      <a:lvl4pPr marL="1782763" indent="-254000" algn="l" defTabSz="1019175" rtl="0" eaLnBrk="1" fontAlgn="base" hangingPunct="1">
        <a:spcBef>
          <a:spcPct val="20000"/>
        </a:spcBef>
        <a:spcAft>
          <a:spcPct val="0"/>
        </a:spcAft>
        <a:buChar char="–"/>
        <a:defRPr sz="2200">
          <a:solidFill>
            <a:schemeClr val="tx1"/>
          </a:solidFill>
          <a:latin typeface="+mn-lt"/>
        </a:defRPr>
      </a:lvl4pPr>
      <a:lvl5pPr marL="2292350" indent="-254000" algn="l" defTabSz="1019175" rtl="0" eaLnBrk="1" fontAlgn="base" hangingPunct="1">
        <a:spcBef>
          <a:spcPct val="20000"/>
        </a:spcBef>
        <a:spcAft>
          <a:spcPct val="0"/>
        </a:spcAft>
        <a:buChar char="»"/>
        <a:defRPr sz="2200">
          <a:solidFill>
            <a:schemeClr val="tx1"/>
          </a:solidFill>
          <a:latin typeface="+mn-lt"/>
        </a:defRPr>
      </a:lvl5pPr>
      <a:lvl6pPr marL="2749550" indent="-254000" algn="l" defTabSz="1019175" rtl="0" eaLnBrk="1" fontAlgn="base" hangingPunct="1">
        <a:spcBef>
          <a:spcPct val="20000"/>
        </a:spcBef>
        <a:spcAft>
          <a:spcPct val="0"/>
        </a:spcAft>
        <a:buChar char="»"/>
        <a:defRPr sz="2200">
          <a:solidFill>
            <a:schemeClr val="tx1"/>
          </a:solidFill>
          <a:latin typeface="+mn-lt"/>
        </a:defRPr>
      </a:lvl6pPr>
      <a:lvl7pPr marL="3206750" indent="-254000" algn="l" defTabSz="1019175" rtl="0" eaLnBrk="1" fontAlgn="base" hangingPunct="1">
        <a:spcBef>
          <a:spcPct val="20000"/>
        </a:spcBef>
        <a:spcAft>
          <a:spcPct val="0"/>
        </a:spcAft>
        <a:buChar char="»"/>
        <a:defRPr sz="2200">
          <a:solidFill>
            <a:schemeClr val="tx1"/>
          </a:solidFill>
          <a:latin typeface="+mn-lt"/>
        </a:defRPr>
      </a:lvl7pPr>
      <a:lvl8pPr marL="3663950" indent="-254000" algn="l" defTabSz="1019175" rtl="0" eaLnBrk="1" fontAlgn="base" hangingPunct="1">
        <a:spcBef>
          <a:spcPct val="20000"/>
        </a:spcBef>
        <a:spcAft>
          <a:spcPct val="0"/>
        </a:spcAft>
        <a:buChar char="»"/>
        <a:defRPr sz="2200">
          <a:solidFill>
            <a:schemeClr val="tx1"/>
          </a:solidFill>
          <a:latin typeface="+mn-lt"/>
        </a:defRPr>
      </a:lvl8pPr>
      <a:lvl9pPr marL="4121150" indent="-254000" algn="l" defTabSz="1019175" rtl="0" eaLnBrk="1" fontAlgn="base" hangingPunct="1">
        <a:spcBef>
          <a:spcPct val="20000"/>
        </a:spcBef>
        <a:spcAft>
          <a:spcPct val="0"/>
        </a:spcAft>
        <a:buChar char="»"/>
        <a:defRPr sz="2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3651291"/>
            <a:ext cx="5670560" cy="1225570"/>
          </a:xfrm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ccer achievement award certificat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1019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1019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Soccer achievement award certificate</Template>
  <TotalTime>1</TotalTime>
  <Words>3</Words>
  <Application>Microsoft Office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Soccer achievement award certificate</vt:lpstr>
      <vt:lpstr>Slide 1</vt:lpstr>
    </vt:vector>
  </TitlesOfParts>
  <Manager/>
  <Company>Cenango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> Doug Coombs</dc:creator>
  <cp:keywords/>
  <dc:description/>
  <cp:lastModifiedBy> Doug Coombs</cp:lastModifiedBy>
  <cp:revision>1</cp:revision>
  <dcterms:created xsi:type="dcterms:W3CDTF">2010-05-14T17:07:41Z</dcterms:created>
  <dcterms:modified xsi:type="dcterms:W3CDTF">2010-05-14T17:08:43Z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TC103561951033</vt:lpwstr>
  </property>
</Properties>
</file>