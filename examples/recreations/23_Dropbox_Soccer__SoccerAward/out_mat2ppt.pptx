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62200"/>
            <a:ext cx="6492875" cy="685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3651250"/>
            <a:ext cx="5670550" cy="12255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