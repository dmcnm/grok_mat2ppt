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 showGuides="1">
      <p:cViewPr varScale="1">
        <p:scale>
          <a:sx n="141" d="100"/>
          <a:sy n="141" d="100"/>
        </p:scale>
        <p:origin x="120" y="4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CF1E5-68B4-AD40-F5D2-D588E3495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A16E72-659C-A9CD-08B6-83FB85495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D36810-E0A5-DC15-B25C-0A6F29D76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6C765-34AE-3B3C-9A20-B8D594420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9B0A9-2157-4ED5-41A6-C56CFE38A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381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ADBC7-54DE-5498-8E77-799EEEC4D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D2890-5D4D-390B-CC49-5D0DD28F5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8B10EF-FBE4-3C16-61EA-5A5905A01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0E46C1-E902-798D-68F8-AF167F508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7A3B31-6796-B72F-06A0-943949E92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669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F3CCD-88F3-C096-701E-182CF2DD6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C41C6-A6B8-0BF2-6B8B-99B368C10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DC49F5-5E0F-AF1C-CFF3-5641C5565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FF3990-51CD-3DCC-D538-EE04057F3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D9068-B576-075B-2D3A-C9D3618A0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340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44E9B-308B-5D3B-98BE-B1AEE5E0A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360A0-0D22-00F1-5C6A-1B8E02C75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12AFD5-97BD-D722-6120-141FD3B650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9C1BF-F9B6-712D-65FC-0736E981B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F80C35-4C9B-0818-E52B-2236990AD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43D09A-E733-553B-F32E-C9BA6FF28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09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C1FA1-1D09-061C-B2A7-7B24B263E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AA7E7-B764-4F05-86A4-9708F9310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FFF651-EB1B-738A-D13E-E901AE580F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B7FA95-015D-F71C-E68F-85753E61F4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0EA796-F3D6-1581-F573-AFF53BDB69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89E630-BEB8-2EEF-A5E4-AC4015052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FEE921-E2F8-8669-8A92-C2D833BB1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E0EEAD-925F-FCDD-D0DB-2D6FD9DD7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67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93EB0-D5A2-B6D1-0039-9CCB53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597FF2-99B9-095C-B34B-093CCBE66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90FBB6-E91C-0246-F0E1-1061ADCBA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981309-5EA2-FB70-FC18-39DC302DA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655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4DE0A-4774-8B77-9C2D-6C6FA4EA0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8D11D9-69CB-839C-F452-8049F54AB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0D91D-ACD7-C749-279F-61CE96CE4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740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19CE3-543A-BF4E-54EF-DD1689F4B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B8F4C-3B44-0B37-C7D4-24B701ECC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0EC6BB-0284-5B2A-8A73-DDB78C8191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4E9850-F936-4086-2F6E-9D7DF3303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DF280D-1310-1F8C-A5E9-E0A5F8279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CE06E-4786-18B6-E437-F7A8609CE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10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213A6-545A-2581-D684-F265FE4BA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AD9A3-FC42-15B5-57C1-4DE7BBDC4B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44BD9D-C65E-CC48-7EF3-77C0F9BD7E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2EECAE-A372-385F-C5B6-707AC8A8F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398295-4F4D-8ADD-3EEC-5F9517F7E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67060-8E24-231D-C5C5-F23978CD9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862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851F0-A2FA-01BA-5141-6064D1DBD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FE385-90E2-F519-4252-CE346C4AD3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D293E-938D-DE2C-06CD-26A65876E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75A13-DDFF-B0F5-0D40-80293D303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49AE5-7839-D990-8FF8-6F696C039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322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19F1D9-CC9F-01DC-6EEE-AF9E455C07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ACBA38-8D4F-542E-BE60-0D89BAA165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EACDB-2DBB-9AA2-A911-D030471AD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DECB9D-576B-7813-6D6F-347087123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E46D2-B9CD-9E80-5D73-05979C479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607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187A59-E909-A7AD-5638-0598271AD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7E2022-5A09-7D64-7E81-B1E67F7226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4CF6BB-63CF-2F84-2546-2DC528377E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25E60F-0558-4F08-8A9F-A8C7708DFBAC}" type="datetimeFigureOut">
              <a:rPr lang="en-US" smtClean="0"/>
              <a:t>10/30/2023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FE0EF-0382-D6A0-0C66-89FC58A19C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A0C1D-AD1F-2626-048B-F95F3723A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D2B1DD-CD0E-4D8F-8F2D-CD486A006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845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2681" y="5885078"/>
            <a:ext cx="10986698" cy="523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/>
              <a:t>One of these is a symbol of scandal and clericalism.  The other is a hat.</a:t>
            </a:r>
          </a:p>
        </p:txBody>
      </p:sp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6077"/>
            <a:ext cx="12191969" cy="544900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17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Douglas Coombs</dc:creator>
  <cp:lastModifiedBy>Douglas Coombs</cp:lastModifiedBy>
  <cp:revision>1</cp:revision>
  <dcterms:created xsi:type="dcterms:W3CDTF">2023-10-31T05:41:34Z</dcterms:created>
  <dcterms:modified xsi:type="dcterms:W3CDTF">2023-10-31T05:45:40Z</dcterms:modified>
</cp:coreProperties>
</file>