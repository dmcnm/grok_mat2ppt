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524000" y="1788284"/>
            <a:ext cx="9144000" cy="2387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Chesterton AcademyEmergency Communication Options</a:t>
            </a:r>
          </a:p>
        </p:txBody>
      </p:sp>
      <p:sp>
        <p:nvSpPr>
          <p:cNvPr id="3" name="Rectangle 2"/>
          <p:cNvSpPr/>
          <p:nvPr/>
        </p:nvSpPr>
        <p:spPr>
          <a:xfrm>
            <a:off x="3756572" y="4421505"/>
            <a:ext cx="3944994" cy="83099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Douglas CoombsFebruary 8, 2022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4" y="1132764"/>
            <a:ext cx="11471379" cy="50560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Comprehensive Email and Texting ProgramsJupiterEdPotentially cheapest and easiest to set upFlocknotesMuch more flexible but also more expensive and time consuming to set upStandalone Texting SolutionsExpertTexting.comSeems straightforward with intuitive user interfaceOffers two-way texting with parents, if desiredPer text pricing makes it more attractive for infrequent, emergency useTextEmAll.com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4" y="1132764"/>
            <a:ext cx="10717449" cy="50560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Parents need to login to JupiterEd and opt-in to emergency texting serviceAnother option would be to use non-emergency text messages for weather announcements, but these can get lost as they are common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