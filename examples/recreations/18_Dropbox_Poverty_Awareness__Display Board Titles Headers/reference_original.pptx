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1162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F114B58-2238-4F3F-92DD-85FFB84F91E6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B160034-232D-4C35-AC1F-281A0D338D3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0034-232D-4C35-AC1F-281A0D338D3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0034-232D-4C35-AC1F-281A0D338D3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0034-232D-4C35-AC1F-281A0D338D3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33400"/>
          </a:xfrm>
        </p:spPr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2057400"/>
            <a:ext cx="8762999" cy="116955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70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 Few Children 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3429000"/>
            <a:ext cx="8762999" cy="116955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70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Sponsored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4724400"/>
            <a:ext cx="8762999" cy="116955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70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By Parish Members</a:t>
            </a:r>
            <a:endParaRPr lang="en-US" sz="70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33400"/>
          </a:xfrm>
        </p:spPr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2400" y="2057400"/>
            <a:ext cx="8762999" cy="93871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5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 Few Children 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3429000"/>
            <a:ext cx="8762999" cy="93871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5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Sponsored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4724400"/>
            <a:ext cx="8762999" cy="93871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5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By Parish Members</a:t>
            </a:r>
            <a:endParaRPr lang="en-US" sz="55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33400"/>
          </a:xfrm>
        </p:spPr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2438400"/>
            <a:ext cx="8762999" cy="93871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500" b="1" cap="none" spc="50" dirty="0" smtClean="0">
                <a:ln w="11430"/>
                <a:solidFill>
                  <a:srgbClr val="00B05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 Brief Look at Poverty 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400" y="3657600"/>
            <a:ext cx="8762999" cy="116955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7000" b="1" cap="none" spc="50" dirty="0" smtClean="0">
                <a:ln w="11430"/>
                <a:solidFill>
                  <a:srgbClr val="00B05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at Poverty</a:t>
            </a:r>
            <a:r>
              <a:rPr lang="en-US" sz="5500" b="1" cap="none" spc="50" dirty="0" smtClean="0">
                <a:ln w="11430"/>
                <a:solidFill>
                  <a:srgbClr val="00B05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400" y="5105400"/>
            <a:ext cx="8762999" cy="116955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7000" b="1" cap="none" spc="50" dirty="0" smtClean="0">
                <a:ln w="11430"/>
                <a:solidFill>
                  <a:srgbClr val="00B05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 Brief Look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2674</TotalTime>
  <Words>27</Words>
  <Application>Microsoft Office PowerPoint</Application>
  <PresentationFormat>On-screen Show (4:3)</PresentationFormat>
  <Paragraphs>12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 </dc:creator>
  <cp:lastModifiedBy> </cp:lastModifiedBy>
  <cp:revision>2</cp:revision>
  <dcterms:created xsi:type="dcterms:W3CDTF">2008-12-13T21:28:40Z</dcterms:created>
  <dcterms:modified xsi:type="dcterms:W3CDTF">2008-12-15T18:03:15Z</dcterms:modified>
</cp:coreProperties>
</file>