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77" r:id="rId3"/>
    <p:sldId id="264" r:id="rId4"/>
    <p:sldId id="279" r:id="rId5"/>
    <p:sldId id="280" r:id="rId6"/>
    <p:sldId id="282" r:id="rId7"/>
    <p:sldId id="281" r:id="rId8"/>
  </p:sldIdLst>
  <p:sldSz cx="12192000" cy="6858000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99B3"/>
    <a:srgbClr val="020151"/>
    <a:srgbClr val="003399"/>
    <a:srgbClr val="010127"/>
    <a:srgbClr val="04004D"/>
    <a:srgbClr val="0400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 varScale="1">
        <p:scale>
          <a:sx n="83" d="100"/>
          <a:sy n="83" d="100"/>
        </p:scale>
        <p:origin x="126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1"/>
          </a:xfrm>
          <a:prstGeom prst="rect">
            <a:avLst/>
          </a:prstGeom>
        </p:spPr>
        <p:txBody>
          <a:bodyPr vert="horz" lIns="93317" tIns="46659" rIns="93317" bIns="4665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1"/>
          </a:xfrm>
          <a:prstGeom prst="rect">
            <a:avLst/>
          </a:prstGeom>
        </p:spPr>
        <p:txBody>
          <a:bodyPr vert="horz" lIns="93317" tIns="46659" rIns="93317" bIns="46659" rtlCol="0"/>
          <a:lstStyle>
            <a:lvl1pPr algn="r">
              <a:defRPr sz="1200"/>
            </a:lvl1pPr>
          </a:lstStyle>
          <a:p>
            <a:fld id="{7F7B82D3-D4F7-4B8B-8BE1-460FB89887CB}" type="datetimeFigureOut">
              <a:rPr lang="en-US" smtClean="0"/>
              <a:t>2/6/2018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17" tIns="46659" rIns="93317" bIns="4665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9"/>
          </a:xfrm>
          <a:prstGeom prst="rect">
            <a:avLst/>
          </a:prstGeom>
        </p:spPr>
        <p:txBody>
          <a:bodyPr vert="horz" lIns="93317" tIns="46659" rIns="93317" bIns="46659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0"/>
          </a:xfrm>
          <a:prstGeom prst="rect">
            <a:avLst/>
          </a:prstGeom>
        </p:spPr>
        <p:txBody>
          <a:bodyPr vert="horz" lIns="93317" tIns="46659" rIns="93317" bIns="4665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0"/>
          </a:xfrm>
          <a:prstGeom prst="rect">
            <a:avLst/>
          </a:prstGeom>
        </p:spPr>
        <p:txBody>
          <a:bodyPr vert="horz" lIns="93317" tIns="46659" rIns="93317" bIns="46659" rtlCol="0" anchor="b"/>
          <a:lstStyle>
            <a:lvl1pPr algn="r">
              <a:defRPr sz="1200"/>
            </a:lvl1pPr>
          </a:lstStyle>
          <a:p>
            <a:fld id="{211EEFB6-8312-4F1B-A70E-46D57B978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616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4669A8AA-85C3-4D8C-9C61-3E926044398E}"/>
              </a:ext>
            </a:extLst>
          </p:cNvPr>
          <p:cNvSpPr/>
          <p:nvPr userDrawn="1"/>
        </p:nvSpPr>
        <p:spPr>
          <a:xfrm>
            <a:off x="9682645" y="-4747"/>
            <a:ext cx="2509355" cy="6869866"/>
          </a:xfrm>
          <a:prstGeom prst="rect">
            <a:avLst/>
          </a:prstGeom>
          <a:solidFill>
            <a:srgbClr val="9B99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358B2F07-B815-45D0-9D66-9BD0EA66D7C8}"/>
              </a:ext>
            </a:extLst>
          </p:cNvPr>
          <p:cNvSpPr/>
          <p:nvPr userDrawn="1"/>
        </p:nvSpPr>
        <p:spPr>
          <a:xfrm>
            <a:off x="0" y="-4746"/>
            <a:ext cx="2623225" cy="6869865"/>
          </a:xfrm>
          <a:prstGeom prst="rect">
            <a:avLst/>
          </a:prstGeom>
          <a:solidFill>
            <a:srgbClr val="9B99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30FBFD15-DCFC-4A08-A2A1-02ACD5A3FF90}"/>
              </a:ext>
            </a:extLst>
          </p:cNvPr>
          <p:cNvSpPr/>
          <p:nvPr userDrawn="1"/>
        </p:nvSpPr>
        <p:spPr>
          <a:xfrm>
            <a:off x="2623225" y="-4747"/>
            <a:ext cx="7059420" cy="6869866"/>
          </a:xfrm>
          <a:prstGeom prst="rect">
            <a:avLst/>
          </a:prstGeom>
          <a:blipFill>
            <a:blip r:embed="rId2">
              <a:alphaModFix amt="4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9979B57B-7150-4612-9450-C0F92594C4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A3258583-E441-499E-9EA8-B8C6E91C47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03EF15F-0678-4ECF-A020-821D2CF13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/>
            </a:lvl1pPr>
          </a:lstStyle>
          <a:p>
            <a:fld id="{971C0534-AC82-40C9-9D5F-C772AE9BC3F8}" type="datetimeFigureOut">
              <a:rPr lang="en-US" smtClean="0"/>
              <a:pPr/>
              <a:t>2/6/2018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CCEF7E5-DA2B-4B3F-A945-10BD04854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34E2B13-544C-40AE-9F59-7DB4367BA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385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B8DE3DB-64C3-4633-9F61-8FC18903E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365125"/>
            <a:ext cx="9772761" cy="659559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F0EB07E-4285-4E6E-AD42-45F8F3652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121" y="1222110"/>
            <a:ext cx="11165680" cy="495485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 descr="http://holychildcatholicschool.org/images/AMDG.jpg">
            <a:extLst>
              <a:ext uri="{FF2B5EF4-FFF2-40B4-BE49-F238E27FC236}">
                <a16:creationId xmlns="" xmlns:a16="http://schemas.microsoft.com/office/drawing/2014/main" id="{1A075D24-58FB-45E0-97FB-D110E42AAD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20" y="5525927"/>
            <a:ext cx="1143000" cy="1224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Content Placeholder 5">
            <a:extLst>
              <a:ext uri="{FF2B5EF4-FFF2-40B4-BE49-F238E27FC236}">
                <a16:creationId xmlns="" xmlns:a16="http://schemas.microsoft.com/office/drawing/2014/main" id="{FB4AF569-35E8-469F-B966-1D4991D7CA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8880" y="139366"/>
            <a:ext cx="1410420" cy="1371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B84A9ABD-6110-4F9E-A27C-F9036C891C1E}"/>
              </a:ext>
            </a:extLst>
          </p:cNvPr>
          <p:cNvSpPr txBox="1"/>
          <p:nvPr userDrawn="1"/>
        </p:nvSpPr>
        <p:spPr>
          <a:xfrm>
            <a:off x="3201787" y="6315103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HOLY CHILD CATHOLIC SCHOOL: RAISING SAINTS, FORMING SCHOLARS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="" xmlns:a16="http://schemas.microsoft.com/office/drawing/2014/main" id="{388B6997-9B4F-4EE7-914A-92A8BA753781}"/>
              </a:ext>
            </a:extLst>
          </p:cNvPr>
          <p:cNvCxnSpPr>
            <a:cxnSpLocks/>
          </p:cNvCxnSpPr>
          <p:nvPr userDrawn="1"/>
        </p:nvCxnSpPr>
        <p:spPr>
          <a:xfrm>
            <a:off x="1449421" y="6176963"/>
            <a:ext cx="10302312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="" xmlns:a16="http://schemas.microsoft.com/office/drawing/2014/main" id="{03000B35-988C-48A1-ADC2-1647C99D651C}"/>
              </a:ext>
            </a:extLst>
          </p:cNvPr>
          <p:cNvCxnSpPr>
            <a:cxnSpLocks/>
          </p:cNvCxnSpPr>
          <p:nvPr userDrawn="1"/>
        </p:nvCxnSpPr>
        <p:spPr>
          <a:xfrm>
            <a:off x="535021" y="1083971"/>
            <a:ext cx="10029217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5780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B8DE3DB-64C3-4633-9F61-8FC18903E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F0EB07E-4285-4E6E-AD42-45F8F3652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4824955-E026-44BF-8067-2E6335084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2/6/2018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5A09ADB-6E4C-43AA-BB7C-70B5A2964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B8CA01D-21B6-4ABA-B6C2-96C9C90A0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05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FAEB7C1-DD30-4865-9833-83DCA35EE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6A761F3-83C6-4288-98A2-3135ED770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C2F6C69-7C10-48B0-96AB-A761483EE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2/6/2018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F6BD7CE-3188-491C-B4FE-438777C2D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E270E74-54CD-4F67-B266-4729B18A5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583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6D14BA5-5DD2-464F-8FFC-EF73EA4E3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DD371AE-C255-4A0E-B44E-E9679A514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F5527C34-E774-4655-AEE1-E70ABC6EC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FFFD1F88-A305-4A7D-8E81-6AE05E279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2/6/2018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C4F5F146-52A6-4111-9C7F-C5BF359CC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A750156-9087-4EA7-8488-00E2780D2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607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6F4BDEB-D1EC-40F9-841D-BC3132411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237CA18-FF83-45EC-88F7-0CA86345A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F5CFF859-32AA-466B-AF27-6CCB30FFAF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6A4DE44C-C283-4F7F-BB1C-5CD070761D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D26A7AB5-B21D-4167-A1F6-946692F302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DD5E004F-CEF7-4CEA-9835-D861554F2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2/6/2018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8D943420-EAF1-4344-9250-C2B16892A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A9C4A0F3-AEEC-4D44-9526-E32BCF5AF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22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F01C001-212E-436C-83D2-8DFDBB7F7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FB577058-9124-4331-ADC5-D160D2E77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2/6/2018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E3389A19-0ABB-423C-AEFF-8EFABE840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D73D961-334C-4C95-8423-183ABE87D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689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A89639A4-174A-413D-B74E-E4279C3FF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2/6/2018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F9A44539-2BFC-4045-94DA-EADA31805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D146B6B-D651-4A86-9C20-15F23CCA2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859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0114B55-5F65-48CD-82BF-D7882C294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4AD0B03-7A6B-4416-9619-3ABE579F7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07A1D364-FC10-44C7-B6DE-729C5B3C3A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14FAA908-CEE0-480B-ABC5-0B045D8A3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2/6/2018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ECC886D-9A21-4869-9403-72A47A771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8CBF93ED-BCD5-4E56-8850-6D21CCB0E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198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55A50F2-28BA-40C5-A5D2-665E38FB2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2F20D352-72A3-40EF-B11D-7311122654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22E147FE-7C16-446B-BA0C-D0F61AAE87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A373D32-097F-44BF-8AB5-E889A370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2/6/2018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AF5EAD7A-1CCB-4BA3-8D49-E3468E02B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DD4D3487-8808-4A0B-9551-6ACD96354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659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4F58824-0A00-4268-9799-EE306C029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878AB82F-D6E5-428B-AE46-DA85B61CF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4FA224F-9304-46DE-A64E-5F239B914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2/6/2018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1396001-5D00-4507-AD2B-23357FAB9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437C604-0716-46D2-939A-BC46C71CA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30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7756161D-7C5A-4F80-B7BE-8B773F3D1A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6E60B2E1-347B-46D3-9F31-5DD0587A31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C21C4A1-4C7A-4EE8-8AD6-D1029264F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2/6/2018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1F6B4F9-48AB-4D66-A5D9-5BA17BD19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1E981BA-9FB6-42B8-B33A-2B7BD5EBE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006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1FBF2EF4-89A0-4DE1-BEB7-8F1B030A7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AE6BD1F-2DEF-42EC-9645-45464EE99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A7CBE6F-5766-4830-8A7E-AA23A5B8CF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1C0534-AC82-40C9-9D5F-C772AE9BC3F8}" type="datetimeFigureOut">
              <a:rPr lang="en-US" smtClean="0"/>
              <a:t>2/6/2018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97F57C3-BA72-4CE6-A160-6FFA2EA220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9CB7899-B14A-4DA4-AF60-0843997F34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001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B915B5E-C51C-4C92-AE78-CAE70141E5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0575" y="1122363"/>
            <a:ext cx="10858499" cy="2387600"/>
          </a:xfrm>
        </p:spPr>
        <p:txBody>
          <a:bodyPr anchor="ctr"/>
          <a:lstStyle/>
          <a:p>
            <a:r>
              <a:rPr lang="en-US" dirty="0"/>
              <a:t>HCCS </a:t>
            </a:r>
            <a:r>
              <a:rPr lang="en-US" dirty="0" smtClean="0"/>
              <a:t>Network Printer Installation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235B6DE8-9B06-435C-A043-0A0635A91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ctr">
            <a:normAutofit/>
          </a:bodyPr>
          <a:lstStyle/>
          <a:p>
            <a:endParaRPr lang="en-US" dirty="0"/>
          </a:p>
          <a:p>
            <a:r>
              <a:rPr lang="en-US" dirty="0"/>
              <a:t>Douglas Coombs</a:t>
            </a:r>
          </a:p>
          <a:p>
            <a:r>
              <a:rPr lang="en-US" dirty="0" smtClean="0"/>
              <a:t>February 6, 2018, </a:t>
            </a:r>
            <a:r>
              <a:rPr lang="en-US" dirty="0" smtClean="0"/>
              <a:t>Rev. 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631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DD37F7C-CFEC-4CBC-8246-BB538F71B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B6463F8-B870-4D5D-9ED7-B6CE6C3A9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Description of Current Printers</a:t>
            </a:r>
          </a:p>
          <a:p>
            <a:r>
              <a:rPr lang="en-US" dirty="0" smtClean="0"/>
              <a:t>Printer </a:t>
            </a:r>
            <a:r>
              <a:rPr lang="en-US" dirty="0"/>
              <a:t>I</a:t>
            </a:r>
            <a:r>
              <a:rPr lang="en-US" dirty="0" smtClean="0"/>
              <a:t>nstallation </a:t>
            </a:r>
            <a:r>
              <a:rPr lang="en-US" dirty="0"/>
              <a:t>I</a:t>
            </a:r>
            <a:r>
              <a:rPr lang="en-US" dirty="0" smtClean="0"/>
              <a:t>nstructions 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751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5FDEFDD-83CB-422A-867B-748C339F7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Current Printers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8A40AE8-F892-45DD-BE67-FF152B00E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121" y="1222110"/>
            <a:ext cx="11651454" cy="4954853"/>
          </a:xfrm>
        </p:spPr>
        <p:txBody>
          <a:bodyPr/>
          <a:lstStyle/>
          <a:p>
            <a:r>
              <a:rPr lang="en-US" dirty="0" smtClean="0"/>
              <a:t>Teacher’s Lounge</a:t>
            </a:r>
          </a:p>
          <a:p>
            <a:pPr lvl="1"/>
            <a:r>
              <a:rPr lang="en-US" dirty="0" smtClean="0"/>
              <a:t>Color HP Wireless (Model #): 192.168.1.57</a:t>
            </a:r>
          </a:p>
          <a:p>
            <a:pPr lvl="1"/>
            <a:r>
              <a:rPr lang="en-US" dirty="0" smtClean="0"/>
              <a:t>HP Color </a:t>
            </a:r>
            <a:r>
              <a:rPr lang="en-US" dirty="0" err="1" smtClean="0"/>
              <a:t>Laserjet</a:t>
            </a:r>
            <a:r>
              <a:rPr lang="en-US" dirty="0" smtClean="0"/>
              <a:t> 3500: 192.168.1.58</a:t>
            </a:r>
          </a:p>
          <a:p>
            <a:r>
              <a:rPr lang="en-US" dirty="0" smtClean="0"/>
              <a:t>Mrs. Teeter’s 1/2</a:t>
            </a:r>
            <a:r>
              <a:rPr lang="en-US" baseline="30000" dirty="0" smtClean="0"/>
              <a:t>nd</a:t>
            </a:r>
            <a:r>
              <a:rPr lang="en-US" dirty="0" smtClean="0"/>
              <a:t> Classroom</a:t>
            </a:r>
          </a:p>
          <a:p>
            <a:pPr lvl="1"/>
            <a:r>
              <a:rPr lang="en-US" dirty="0" smtClean="0"/>
              <a:t>BW: HP </a:t>
            </a:r>
            <a:r>
              <a:rPr lang="en-US" dirty="0" err="1" smtClean="0"/>
              <a:t>Laserjet</a:t>
            </a:r>
            <a:r>
              <a:rPr lang="en-US" dirty="0" smtClean="0"/>
              <a:t> 4050N: IP Address TBD (ideally 192.168.1.59)</a:t>
            </a:r>
          </a:p>
          <a:p>
            <a:r>
              <a:rPr lang="en-US" dirty="0" smtClean="0"/>
              <a:t>Outside Mrs. Sanchez Classroom</a:t>
            </a:r>
          </a:p>
          <a:p>
            <a:pPr lvl="1"/>
            <a:r>
              <a:rPr lang="en-US" dirty="0" smtClean="0"/>
              <a:t>BW: HP </a:t>
            </a:r>
            <a:r>
              <a:rPr lang="en-US" dirty="0" err="1" smtClean="0"/>
              <a:t>Laserjet</a:t>
            </a:r>
            <a:r>
              <a:rPr lang="en-US" dirty="0" smtClean="0"/>
              <a:t> 4100: 192.168.1.97</a:t>
            </a:r>
          </a:p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350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5FDEFDD-83CB-422A-867B-748C339F7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137" y="365125"/>
            <a:ext cx="10058400" cy="65955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Installing a Network Printer Using TCP/IP (1/4)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8A40AE8-F892-45DD-BE67-FF152B00E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121" y="1222110"/>
            <a:ext cx="11651454" cy="4954853"/>
          </a:xfrm>
        </p:spPr>
        <p:txBody>
          <a:bodyPr/>
          <a:lstStyle/>
          <a:p>
            <a:r>
              <a:rPr lang="en-US" dirty="0" smtClean="0"/>
              <a:t>Overview of steps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Control Panel -&gt; Devices and printers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/>
              <a:t>Add a printer</a:t>
            </a:r>
            <a:r>
              <a:rPr lang="en-US" dirty="0" smtClean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Add a Local Printer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Create a New Port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/>
              <a:t>Select Type of Port: Standard TCP/IP Port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Type IP Address in Hostname or IP address: 192.168.1.##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Installing the Printer Driver Add Printer -&gt; Have Disk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Print Test Page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355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5FDEFDD-83CB-422A-867B-748C339F7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365125"/>
            <a:ext cx="10032665" cy="65955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Installing a Network Printer Using TCP/IP (2/4)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8A40AE8-F892-45DD-BE67-FF152B00E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121" y="1222110"/>
            <a:ext cx="11651454" cy="495485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Control Panel -&gt; Devices and printers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/>
              <a:t>Add a printer</a:t>
            </a:r>
            <a:r>
              <a:rPr lang="en-US" dirty="0" smtClean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Add a Local Printer</a:t>
            </a:r>
          </a:p>
          <a:p>
            <a:endParaRPr 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5322245" y="1779314"/>
            <a:ext cx="6390009" cy="4244119"/>
            <a:chOff x="4442569" y="2920610"/>
            <a:chExt cx="6390009" cy="4244119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/>
            <a:srcRect b="21134"/>
            <a:stretch/>
          </p:blipFill>
          <p:spPr>
            <a:xfrm>
              <a:off x="4442569" y="2920610"/>
              <a:ext cx="6390009" cy="4244119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306752" y="3566567"/>
              <a:ext cx="647700" cy="20218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3217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5FDEFDD-83CB-422A-867B-748C339F7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365125"/>
            <a:ext cx="10090538" cy="65955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Installing a Network Printer Using TCP/IP (3/4)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8A40AE8-F892-45DD-BE67-FF152B00E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121" y="1222110"/>
            <a:ext cx="11651454" cy="495485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Add a Local Printer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Create a New Port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/>
              <a:t>Select Type of Port: Standard TCP/IP Port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470" y="2597969"/>
            <a:ext cx="4593021" cy="336431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564" y="1994356"/>
            <a:ext cx="5417084" cy="3967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688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5FDEFDD-83CB-422A-867B-748C339F7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365125"/>
            <a:ext cx="10021090" cy="65955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Installing a Network Printer Using TCP/IP (4/4)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8A40AE8-F892-45DD-BE67-FF152B00E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121" y="1222110"/>
            <a:ext cx="11651454" cy="495485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Type IP Address in Hostname or IP address: 192.168.1.##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Installing the Printer Driver Add Printer -&gt; Have Disk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793" y="2338086"/>
            <a:ext cx="4994305" cy="365824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113" y="2338086"/>
            <a:ext cx="4994305" cy="365824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556111" y="5023414"/>
            <a:ext cx="983848" cy="2893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221619" y="3981690"/>
            <a:ext cx="3028709" cy="2125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221618" y="3692323"/>
            <a:ext cx="3028709" cy="1906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527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6120</TotalTime>
  <Words>206</Words>
  <Application>Microsoft Office PowerPoint</Application>
  <PresentationFormat>Widescreen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Wingdings</vt:lpstr>
      <vt:lpstr>Office Theme</vt:lpstr>
      <vt:lpstr>HCCS Network Printer Installation</vt:lpstr>
      <vt:lpstr>Overview</vt:lpstr>
      <vt:lpstr>Current Printers</vt:lpstr>
      <vt:lpstr>Installing a Network Printer Using TCP/IP (1/4) </vt:lpstr>
      <vt:lpstr>Installing a Network Printer Using TCP/IP (2/4)</vt:lpstr>
      <vt:lpstr>Installing a Network Printer Using TCP/IP (3/4) </vt:lpstr>
      <vt:lpstr>Installing a Network Printer Using TCP/IP (4/4)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cfam</dc:creator>
  <cp:lastModifiedBy>Coombs,Douglas M</cp:lastModifiedBy>
  <cp:revision>54</cp:revision>
  <cp:lastPrinted>2017-10-30T16:53:42Z</cp:lastPrinted>
  <dcterms:created xsi:type="dcterms:W3CDTF">2017-10-21T04:06:09Z</dcterms:created>
  <dcterms:modified xsi:type="dcterms:W3CDTF">2018-02-06T18:43:38Z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073af042-833c-47dd-b860-957f86ae111e</vt:lpwstr>
  </property>
  <property fmtid="{D5CDD505-2E9C-101B-9397-08002B2CF9AE}" pid="3" name="techData">
    <vt:lpwstr>No</vt:lpwstr>
  </property>
</Properties>
</file>