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"/>
            <a:ext cx="9220200" cy="712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28800" y="2362200"/>
            <a:ext cx="6492875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3651250"/>
            <a:ext cx="5670550" cy="12255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