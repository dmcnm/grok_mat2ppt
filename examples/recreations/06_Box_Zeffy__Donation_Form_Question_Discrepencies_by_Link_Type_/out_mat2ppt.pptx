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489A8-C68D-A31A-B463-8F1ACE714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F5398-A1F6-D293-C888-E904FC765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D0BE3-F0B7-6EED-08C1-F145EE1A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A583E-5582-4D4A-5745-37566616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7E06C-4E0E-E48F-E04F-B49F3D4A5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391E-F61D-FB93-2B91-627E6BEC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B2FE6-1C8E-6FDE-CB62-24551520C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61513-1FFF-4460-827C-D7BB407D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15451-802E-91CC-5908-179F333E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B95B9-CFBC-7DAC-D8EA-693A924C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5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6242-0670-5076-01A2-ED6D7F477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141F9-9C7D-473A-D53A-95B529038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584D4-5C07-BF11-04E5-83D3D48DA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6C864-2D31-AA4F-CDA3-C50397B0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FC667-176B-1305-AC0C-BA9CAA62E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9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8BA7B-C4D4-4D2E-9CC7-DAB45A8D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C8709-6FF2-2BD0-4792-2D5352A46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C03EA-AF49-6093-818B-25476A28C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CECEB-BB88-E1DE-4EB7-57B6C2F0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A00CB-F9E1-9C8D-D58C-1B8D6621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00FBA-FF73-373D-78F3-337E0651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87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A492-8E9B-AF1C-FCD6-B1057153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BF36C-D336-32E0-C7A8-46D61B9DB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D7E93-2542-07BC-F5D5-98A09F0E6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D21F39-48A6-BB15-06DE-DE89243F9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7F4AE-95CC-22A1-748F-E08C8CADC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A3446B-9352-B310-6E9F-63A4CD8E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27AA4D-0693-F8E4-011B-A0131140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091E7-FCFB-7BA3-32B7-7648D323E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2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80858-D5E8-BF1D-97AC-D0A6D25E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D6519-F8F6-22C3-E301-F79966D42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D1AB2-8D7B-1719-8F58-0528A90C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D33110-F75A-CA57-4791-0693D574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6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7B5B0-2D32-8BD0-428F-5F23EAEC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267D4-BDC8-C0EF-9ED3-DCB4466A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26AE9-453A-6D2F-ADBF-C734022E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1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6989-29E2-837D-B8D9-FD9F7ED4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8A8DC-97E0-DEBE-5904-79662D8DE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EA074C-04D0-FAC0-92FE-CF7B5C54F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E0077-8282-07D8-8B32-EB75A2421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C774A-C5BB-60DF-9C0D-70158E986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45F7E-49C0-A4D4-CA72-76E4BB57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1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846E-D393-7741-713D-39879328A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C6BC1F-B6B8-E15A-E089-0FDE55DA2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4F38B-A480-87C0-F76F-A5DE2D6C3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04A44-F4E7-B41D-93CC-288559B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E0BF5-753A-7DD2-BFD7-399B48C58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235D-C95C-C69A-B18D-B03B62C6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A757-A767-8928-93DC-187F06C8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EEE51-C8E1-4502-45E9-EDA3D742D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4E5C7-7C61-25AE-D5BA-035D17E8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1575D-E921-579D-6FA6-161FE680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03A09-769C-5B05-F9C2-82D310C3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9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F77FAB-75B8-C9A7-690C-C5D85C1B2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259B7-8B31-8656-DB84-FC41F668B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C8044-13E8-2D82-410B-81F2C059C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5EAC6-D419-6ECD-F4A5-2A18332C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CFA67-F983-55D0-C76A-2D7A0D0C4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190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A4D3C-CE55-A56F-8CD6-B3BB4813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31888-7F35-68ED-42B7-C716F780A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7C301-F7B8-4E45-BA69-1E7C8BC9B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D59F5-FA95-4135-83D3-8A6DCE68FA7F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EF65E-85AE-0BE7-B064-B6C02D204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FD831-CC9D-2412-598D-62FB41491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F3E41-C438-4411-9D33-2B0DE7F3C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4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95170" y="628558"/>
            <a:ext cx="1552559" cy="120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None/>
            </a:pPr>
            <a:r>
              <a:rPr b="1">
                <a:solidFill>
                  <a:srgbClr val="00B050"/>
                </a:solidFill>
              </a:rPr>
              <a:t>Anonymous Donation Check Box</a:t>
            </a:r>
          </a:p>
          <a:p>
            <a:pPr lvl="0">
              <a:buNone/>
            </a:pPr>
            <a:r>
              <a:rPr b="1">
                <a:solidFill>
                  <a:srgbClr val="00B050"/>
                </a:solidFill>
              </a:rPr>
              <a:t>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1670" y="4734306"/>
            <a:ext cx="1552559" cy="120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None/>
            </a:pPr>
            <a:r>
              <a:rPr b="1">
                <a:solidFill>
                  <a:srgbClr val="00B050"/>
                </a:solidFill>
              </a:rPr>
              <a:t>Anonymous Donation Check Box</a:t>
            </a:r>
          </a:p>
          <a:p>
            <a:pPr lvl="0">
              <a:buNone/>
            </a:pPr>
            <a:r>
              <a:rPr b="1">
                <a:solidFill>
                  <a:srgbClr val="00B050"/>
                </a:solidFill>
              </a:rPr>
              <a:t>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1579" y="2753989"/>
            <a:ext cx="1552559" cy="120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rgbClr val="FFC000"/>
                </a:solidFill>
              </a:rPr>
              <a:t>Anonymous Donation Check Box Missing</a:t>
            </a:r>
          </a:p>
        </p:txBody>
      </p:sp>
      <p:sp>
        <p:nvSpPr>
          <p:cNvPr id="5" name="leftBrace 4"/>
          <p:cNvSpPr/>
          <p:nvPr/>
        </p:nvSpPr>
        <p:spPr>
          <a:xfrm>
            <a:off x="2847990" y="2609880"/>
            <a:ext cx="276240" cy="1438259"/>
          </a:xfrm>
          <a:prstGeom prst="leftBrace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Brace 5"/>
          <p:cNvSpPr/>
          <p:nvPr/>
        </p:nvSpPr>
        <p:spPr>
          <a:xfrm>
            <a:off x="2871490" y="509595"/>
            <a:ext cx="276240" cy="1438259"/>
          </a:xfrm>
          <a:prstGeom prst="leftBrace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ftBrace 6"/>
          <p:cNvSpPr/>
          <p:nvPr/>
        </p:nvSpPr>
        <p:spPr>
          <a:xfrm>
            <a:off x="2885480" y="4297405"/>
            <a:ext cx="276240" cy="2050999"/>
          </a:xfrm>
          <a:prstGeom prst="leftBrace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30" y="457200"/>
            <a:ext cx="5943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4680" y="582930"/>
            <a:ext cx="1552559" cy="120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None/>
            </a:pPr>
            <a:r>
              <a:rPr b="1">
                <a:solidFill>
                  <a:srgbClr val="00B050"/>
                </a:solidFill>
              </a:rPr>
              <a:t>Anonymous Donation Check Box</a:t>
            </a:r>
          </a:p>
          <a:p>
            <a:pPr lvl="0">
              <a:buNone/>
            </a:pPr>
            <a:r>
              <a:rPr b="1">
                <a:solidFill>
                  <a:srgbClr val="00B050"/>
                </a:solidFill>
              </a:rPr>
              <a:t>Present</a:t>
            </a:r>
          </a:p>
        </p:txBody>
      </p:sp>
      <p:sp>
        <p:nvSpPr>
          <p:cNvPr id="3" name="leftBrace 2"/>
          <p:cNvSpPr/>
          <p:nvPr/>
        </p:nvSpPr>
        <p:spPr>
          <a:xfrm>
            <a:off x="2776209" y="554309"/>
            <a:ext cx="408371" cy="1234440"/>
          </a:xfrm>
          <a:prstGeom prst="leftBrace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57240" y="582930"/>
            <a:ext cx="3310219" cy="2933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33259" y="3044677"/>
            <a:ext cx="1552559" cy="120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>
                <a:solidFill>
                  <a:srgbClr val="FFC000"/>
                </a:solidFill>
              </a:rPr>
              <a:t>Anonymous Donation Check Box Missing</a:t>
            </a:r>
          </a:p>
        </p:txBody>
      </p:sp>
      <p:sp>
        <p:nvSpPr>
          <p:cNvPr id="6" name="leftBrace 5"/>
          <p:cNvSpPr/>
          <p:nvPr/>
        </p:nvSpPr>
        <p:spPr>
          <a:xfrm>
            <a:off x="3184580" y="3106491"/>
            <a:ext cx="382219" cy="1081369"/>
          </a:xfrm>
          <a:prstGeom prst="leftBrace">
            <a:avLst/>
          </a:prstGeom>
        </p:spPr>
        <p:style>
          <a:lnRef idx="1">
            <a:schemeClr val="accent1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971" y="611459"/>
            <a:ext cx="4549140" cy="1234440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rcRect t="3311" r="1631"/>
          <a:stretch>
            <a:fillRect/>
          </a:stretch>
        </p:blipFill>
        <p:spPr>
          <a:xfrm>
            <a:off x="3279861" y="3096158"/>
            <a:ext cx="4333250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Douglas Coombs</cp:lastModifiedBy>
  <cp:revision>2</cp:revision>
  <dcterms:created xsi:type="dcterms:W3CDTF">2023-01-10T15:30:38Z</dcterms:created>
  <dcterms:modified xsi:type="dcterms:W3CDTF">2023-01-10T16:02:15Z</dcterms:modified>
</cp:coreProperties>
</file>