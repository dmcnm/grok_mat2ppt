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4200" y="457200"/>
            <a:ext cx="5943600" cy="59436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595145" y="628560"/>
            <a:ext cx="1552575" cy="1200329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Anonymous Donation Check BoxPresent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1571625" y="4734275"/>
            <a:ext cx="1552575" cy="1200329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Anonymous Donation Check BoxPresent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1571624" y="2753965"/>
            <a:ext cx="1552575" cy="1200329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Anonymous Donation Check Box Missing</a:t>
            </a:r>
          </a:p>
        </p:txBody>
      </p:sp>
      <p:sp>
        <p:nvSpPr>
          <p:cNvPr id="6" name="leftBrace 5"/>
          <p:cNvSpPr/>
          <p:nvPr/>
        </p:nvSpPr>
        <p:spPr>
          <a:xfrm>
            <a:off x="2847975" y="2609850"/>
            <a:ext cx="276225" cy="1438275"/>
          </a:xfrm>
          <a:prstGeom prst="leftBrac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eftBrace 6"/>
          <p:cNvSpPr/>
          <p:nvPr/>
        </p:nvSpPr>
        <p:spPr>
          <a:xfrm>
            <a:off x="2871495" y="509588"/>
            <a:ext cx="276225" cy="1438275"/>
          </a:xfrm>
          <a:prstGeom prst="leftBrac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leftBrace 7"/>
          <p:cNvSpPr/>
          <p:nvPr/>
        </p:nvSpPr>
        <p:spPr>
          <a:xfrm>
            <a:off x="2885489" y="4297369"/>
            <a:ext cx="276225" cy="2051043"/>
          </a:xfrm>
          <a:prstGeom prst="leftBrac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3949" y="611505"/>
            <a:ext cx="4549140" cy="123444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604670" y="582926"/>
            <a:ext cx="1552575" cy="1200329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Anonymous Donation Check BoxPresent</a:t>
            </a:r>
          </a:p>
        </p:txBody>
      </p:sp>
      <p:sp>
        <p:nvSpPr>
          <p:cNvPr id="4" name="leftBrace 3"/>
          <p:cNvSpPr/>
          <p:nvPr/>
        </p:nvSpPr>
        <p:spPr>
          <a:xfrm>
            <a:off x="2776245" y="554355"/>
            <a:ext cx="408371" cy="1234440"/>
          </a:xfrm>
          <a:prstGeom prst="leftBrac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157245" y="582926"/>
            <a:ext cx="3310230" cy="293374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79866" y="3096154"/>
            <a:ext cx="4333223" cy="12344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033295" y="3044633"/>
            <a:ext cx="1552575" cy="1200329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Anonymous Donation Check Box Missing</a:t>
            </a:r>
          </a:p>
        </p:txBody>
      </p:sp>
      <p:sp>
        <p:nvSpPr>
          <p:cNvPr id="8" name="leftBrace 7"/>
          <p:cNvSpPr/>
          <p:nvPr/>
        </p:nvSpPr>
        <p:spPr>
          <a:xfrm>
            <a:off x="3184616" y="3106455"/>
            <a:ext cx="382204" cy="1081357"/>
          </a:xfrm>
          <a:prstGeom prst="leftBrac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