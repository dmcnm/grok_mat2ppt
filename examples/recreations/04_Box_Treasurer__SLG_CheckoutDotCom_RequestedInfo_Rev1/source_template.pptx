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/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ice Martinez" initials="J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2" autoAdjust="0"/>
    <p:restoredTop sz="95853"/>
  </p:normalViewPr>
  <p:slideViewPr>
    <p:cSldViewPr snapToGrid="0" snapToObjects="1">
      <p:cViewPr varScale="1">
        <p:scale>
          <a:sx n="70" d="100"/>
          <a:sy n="70" d="100"/>
        </p:scale>
        <p:origin x="78" y="19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64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840" cy="466434"/>
          </a:xfrm>
          <a:prstGeom prst="rect">
            <a:avLst/>
          </a:prstGeom>
        </p:spPr>
        <p:txBody>
          <a:bodyPr vert="horz" lIns="93173" tIns="46586" rIns="93173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73" tIns="46586" rIns="93173" bIns="46586" rtlCol="0"/>
          <a:lstStyle>
            <a:lvl1pPr algn="r">
              <a:defRPr sz="1300"/>
            </a:lvl1pPr>
          </a:lstStyle>
          <a:p>
            <a:fld id="{631763FF-1AB2-1946-851C-DB0806ADF0B2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2050"/>
            <a:ext cx="5573712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3" tIns="46586" rIns="93173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3173" tIns="46586" rIns="93173" bIns="4658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8"/>
            <a:ext cx="3037840" cy="466433"/>
          </a:xfrm>
          <a:prstGeom prst="rect">
            <a:avLst/>
          </a:prstGeom>
        </p:spPr>
        <p:txBody>
          <a:bodyPr vert="horz" lIns="93173" tIns="46586" rIns="93173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73" tIns="46586" rIns="93173" bIns="46586" rtlCol="0" anchor="b"/>
          <a:lstStyle>
            <a:lvl1pPr algn="r">
              <a:defRPr sz="1300"/>
            </a:lvl1pPr>
          </a:lstStyle>
          <a:p>
            <a:fld id="{25BAF5BC-1DD1-3042-9AB2-550B19EF9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4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8053" y="1"/>
            <a:ext cx="10736802" cy="86870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1" y="938440"/>
            <a:ext cx="10386722" cy="5687646"/>
          </a:xfrm>
        </p:spPr>
        <p:txBody>
          <a:bodyPr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51771" y="6354421"/>
            <a:ext cx="740229" cy="503577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318053" y="903542"/>
            <a:ext cx="1074336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80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48A87A34-81AB-432B-8DAE-1953F412C126}" type="datetimeFigureOut">
              <a:rPr lang="en-US" smtClean="0"/>
              <a:pPr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9640</TotalTime>
  <Words>940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Times New Roman</vt:lpstr>
      <vt:lpstr>Gallery</vt:lpstr>
      <vt:lpstr>The Saint Luke Guild Checkout.com  Requested Info</vt:lpstr>
      <vt:lpstr>Transaction Information Data Request </vt:lpstr>
      <vt:lpstr>Transaction Flow Chart for Website Donor Funds</vt:lpstr>
      <vt:lpstr>Website Donor Forms Entry Point for Project Funding</vt:lpstr>
      <vt:lpstr>Website Donor Forms Ideal Point</vt:lpstr>
      <vt:lpstr>Bank Account Info</vt:lpstr>
      <vt:lpstr>KYC documentation </vt:lpstr>
      <vt:lpstr>Legalese on Website</vt:lpstr>
      <vt:lpstr>Privacy and Refund Policy</vt:lpstr>
      <vt:lpstr>Regulatory Documents</vt:lpstr>
      <vt:lpstr>Corporate Documents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Masterpieces</dc:title>
  <dc:creator>Janice Martinez</dc:creator>
  <cp:lastModifiedBy>Douglas Coombs</cp:lastModifiedBy>
  <cp:revision>400</cp:revision>
  <cp:lastPrinted>2020-08-28T15:42:36Z</cp:lastPrinted>
  <dcterms:created xsi:type="dcterms:W3CDTF">2020-02-04T20:10:58Z</dcterms:created>
  <dcterms:modified xsi:type="dcterms:W3CDTF">2022-07-01T13:48:04Z</dcterms:modified>
</cp:coreProperties>
</file>