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8"/>
    <p:sldId id="257" r:id="rId9"/>
  </p:sldIdLst>
  <p:sldSz cx="51206400" cy="512064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8" userDrawn="1">
          <p15:clr>
            <a:srgbClr val="A4A3A4"/>
          </p15:clr>
        </p15:guide>
        <p15:guide id="2" pos="161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 showGuides="1">
      <p:cViewPr varScale="1">
        <p:scale>
          <a:sx n="22" d="100"/>
          <a:sy n="22" d="100"/>
        </p:scale>
        <p:origin x="2700" y="36"/>
      </p:cViewPr>
      <p:guideLst>
        <p:guide orient="horz" pos="16128"/>
        <p:guide pos="161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40480" y="8380311"/>
            <a:ext cx="43525440" cy="17827413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0" y="26895217"/>
            <a:ext cx="38404800" cy="12363023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0"/>
            </a:lvl3pPr>
            <a:lvl4pPr marL="7680960" indent="0" algn="ctr">
              <a:buNone/>
              <a:defRPr sz="8960"/>
            </a:lvl4pPr>
            <a:lvl5pPr marL="10241280" indent="0" algn="ctr">
              <a:buNone/>
              <a:defRPr sz="8960"/>
            </a:lvl5pPr>
            <a:lvl6pPr marL="12801600" indent="0" algn="ctr">
              <a:buNone/>
              <a:defRPr sz="8960"/>
            </a:lvl6pPr>
            <a:lvl7pPr marL="15361920" indent="0" algn="ctr">
              <a:buNone/>
              <a:defRPr sz="8960"/>
            </a:lvl7pPr>
            <a:lvl8pPr marL="17922240" indent="0" algn="ctr">
              <a:buNone/>
              <a:defRPr sz="8960"/>
            </a:lvl8pPr>
            <a:lvl9pPr marL="20482560" indent="0" algn="ctr">
              <a:buNone/>
              <a:defRPr sz="8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01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280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3" y="12766055"/>
            <a:ext cx="44165520" cy="21300436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3" y="34268002"/>
            <a:ext cx="44165520" cy="11201396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/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0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4128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80160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192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224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25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75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0" y="13631334"/>
            <a:ext cx="2176272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38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2726278"/>
            <a:ext cx="44165520" cy="98975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5" y="12552684"/>
            <a:ext cx="21662704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5" y="18704560"/>
            <a:ext cx="21662704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3" y="12552684"/>
            <a:ext cx="21769390" cy="6151876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0" b="1"/>
            </a:lvl3pPr>
            <a:lvl4pPr marL="7680960" indent="0">
              <a:buNone/>
              <a:defRPr sz="8960" b="1"/>
            </a:lvl4pPr>
            <a:lvl5pPr marL="10241280" indent="0">
              <a:buNone/>
              <a:defRPr sz="8960" b="1"/>
            </a:lvl5pPr>
            <a:lvl6pPr marL="12801600" indent="0">
              <a:buNone/>
              <a:defRPr sz="8960" b="1"/>
            </a:lvl6pPr>
            <a:lvl7pPr marL="15361920" indent="0">
              <a:buNone/>
              <a:defRPr sz="8960" b="1"/>
            </a:lvl7pPr>
            <a:lvl8pPr marL="17922240" indent="0">
              <a:buNone/>
              <a:defRPr sz="8960" b="1"/>
            </a:lvl8pPr>
            <a:lvl9pPr marL="20482560" indent="0">
              <a:buNone/>
              <a:defRPr sz="8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3" y="18704560"/>
            <a:ext cx="21769390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4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58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985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128" userDrawn="1">
          <p15:clr>
            <a:srgbClr val="FBAE40"/>
          </p15:clr>
        </p15:guide>
        <p15:guide id="2" pos="1612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7372785"/>
            <a:ext cx="25923240" cy="36389733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270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0" y="3413760"/>
            <a:ext cx="16515397" cy="11948160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7372785"/>
            <a:ext cx="25923240" cy="36389733"/>
          </a:xfrm>
        </p:spPr>
        <p:txBody>
          <a:bodyPr anchor="t"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41280" indent="0">
              <a:buNone/>
              <a:defRPr sz="11200"/>
            </a:lvl5pPr>
            <a:lvl6pPr marL="12801600" indent="0">
              <a:buNone/>
              <a:defRPr sz="11200"/>
            </a:lvl6pPr>
            <a:lvl7pPr marL="15361920" indent="0">
              <a:buNone/>
              <a:defRPr sz="11200"/>
            </a:lvl7pPr>
            <a:lvl8pPr marL="17922240" indent="0">
              <a:buNone/>
              <a:defRPr sz="11200"/>
            </a:lvl8pPr>
            <a:lvl9pPr marL="20482560" indent="0">
              <a:buNone/>
              <a:defRPr sz="1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0" y="15361920"/>
            <a:ext cx="16515397" cy="28459857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0"/>
            </a:lvl2pPr>
            <a:lvl3pPr marL="5120640" indent="0">
              <a:buNone/>
              <a:defRPr sz="6720"/>
            </a:lvl3pPr>
            <a:lvl4pPr marL="7680960" indent="0">
              <a:buNone/>
              <a:defRPr sz="5600"/>
            </a:lvl4pPr>
            <a:lvl5pPr marL="10241280" indent="0">
              <a:buNone/>
              <a:defRPr sz="5600"/>
            </a:lvl5pPr>
            <a:lvl6pPr marL="12801600" indent="0">
              <a:buNone/>
              <a:defRPr sz="5600"/>
            </a:lvl6pPr>
            <a:lvl7pPr marL="15361920" indent="0">
              <a:buNone/>
              <a:defRPr sz="5600"/>
            </a:lvl7pPr>
            <a:lvl8pPr marL="17922240" indent="0">
              <a:buNone/>
              <a:defRPr sz="5600"/>
            </a:lvl8pPr>
            <a:lvl9pPr marL="20482560" indent="0">
              <a:buNone/>
              <a:defRPr sz="5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452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38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3" y="2726267"/>
            <a:ext cx="11041380" cy="433950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2726267"/>
            <a:ext cx="32484060" cy="433950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3850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0" y="2726278"/>
            <a:ext cx="44165520" cy="9897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0" y="13631334"/>
            <a:ext cx="44165520" cy="32489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6EFAF-E347-4747-A338-7BC457339658}" type="datetimeFigureOut">
              <a:rPr lang="en-US" smtClean="0"/>
              <a:t>11/27/2022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0" y="47460758"/>
            <a:ext cx="1728216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47460758"/>
            <a:ext cx="1152144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DE96F5-9D8A-4470-9DC7-E08B9CE4C9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523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160" indent="-1280160" algn="l" defTabSz="5120640" rtl="0" eaLnBrk="1" latinLnBrk="0" hangingPunct="1">
        <a:lnSpc>
          <a:spcPct val="90000"/>
        </a:lnSpc>
        <a:spcBef>
          <a:spcPts val="560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04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1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152144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408176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664208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0" indent="-1280160" algn="l" defTabSz="5120640" rtl="0" eaLnBrk="1" latinLnBrk="0" hangingPunct="1">
        <a:lnSpc>
          <a:spcPct val="90000"/>
        </a:lnSpc>
        <a:spcBef>
          <a:spcPts val="28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4pPr>
      <a:lvl5pPr marL="1024128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5pPr>
      <a:lvl6pPr marL="1280160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6pPr>
      <a:lvl7pPr marL="1536192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7pPr>
      <a:lvl8pPr marL="1792224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0" algn="l" defTabSz="5120640" rtl="0" eaLnBrk="1" latinLnBrk="0" hangingPunct="1">
        <a:defRPr sz="10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128" userDrawn="1">
          <p15:clr>
            <a:srgbClr val="F26B43"/>
          </p15:clr>
        </p15:guide>
        <p15:guide id="2" pos="1612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2976800" y="18212653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18212653"/>
            <a:ext cx="42062400" cy="1828800"/>
          </a:xfrm>
          <a:prstGeom prst="rect">
            <a:avLst/>
          </a:prstGeom>
          <a:gradFill flip="none" rotWithShape="1">
            <a:gsLst>
              <a:gs pos="4000">
                <a:schemeClr val="accent1"/>
              </a:gs>
              <a:gs pos="0">
                <a:schemeClr val="accent1"/>
              </a:gs>
              <a:gs pos="7000">
                <a:schemeClr val="bg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0" y="17298253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760257" y="18229935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976800" y="22468819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22468819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1000">
                <a:schemeClr val="bg1"/>
              </a:gs>
              <a:gs pos="9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0" y="21554419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60257" y="22486101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76800" y="26724985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26724985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6000">
                <a:schemeClr val="bg1"/>
              </a:gs>
              <a:gs pos="14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0" y="25810585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0257" y="26742268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976800" y="30981243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30981243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22000">
                <a:schemeClr val="bg1"/>
              </a:gs>
              <a:gs pos="20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0" y="30066843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60257" y="30998525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976800" y="35237409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35237409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27000">
                <a:schemeClr val="bg1"/>
              </a:gs>
              <a:gs pos="25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0" y="34323009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60257" y="35254692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976800" y="39493576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0" y="39493576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33000">
                <a:schemeClr val="bg1"/>
              </a:gs>
              <a:gs pos="31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0" y="38579176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60257" y="39510858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976800" y="43749833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0" y="43749833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38000">
                <a:schemeClr val="bg1"/>
              </a:gs>
              <a:gs pos="36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0" y="42835433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60257" y="43767115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976800" y="48006000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28800" y="48006000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3000">
                <a:schemeClr val="bg1"/>
              </a:gs>
              <a:gs pos="41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0" y="47091600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760257" y="48023282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589057" y="13762817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0" y="18019074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10%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0" y="22275241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15%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58024" y="26531773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89057" y="30788030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67604" y="35044197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30%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67604" y="39300363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35%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405629" y="43556895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40%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6662" y="47813153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45%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0" y="9506651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2%</a:t>
            </a:r>
          </a:p>
        </p:txBody>
      </p:sp>
      <p:sp>
        <p:nvSpPr>
          <p:cNvPr id="44" name="Oval 43"/>
          <p:cNvSpPr/>
          <p:nvPr/>
        </p:nvSpPr>
        <p:spPr>
          <a:xfrm>
            <a:off x="42976800" y="13956395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28800" y="13956395"/>
            <a:ext cx="42062400" cy="182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0" y="13041995"/>
            <a:ext cx="3657600" cy="3657600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65000">
                <a:schemeClr val="bg1"/>
              </a:gs>
              <a:gs pos="45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60257" y="13973677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8001" y="13970660"/>
            <a:ext cx="404804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2976800" y="9700229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28800" y="9700229"/>
            <a:ext cx="42062400" cy="182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0" y="8785829"/>
            <a:ext cx="3657600" cy="3657600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25000">
                <a:schemeClr val="bg1"/>
              </a:gs>
              <a:gs pos="16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760257" y="9717511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98001" y="9714494"/>
            <a:ext cx="404804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98546" y="1010960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0%</a:t>
            </a:r>
          </a:p>
        </p:txBody>
      </p:sp>
      <p:sp>
        <p:nvSpPr>
          <p:cNvPr id="55" name="Oval 54"/>
          <p:cNvSpPr/>
          <p:nvPr/>
        </p:nvSpPr>
        <p:spPr>
          <a:xfrm>
            <a:off x="43055346" y="1204539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07346" y="1204539"/>
            <a:ext cx="42062400" cy="182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546" y="290139"/>
            <a:ext cx="3657600" cy="36576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838804" y="1221821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76548" y="1218803"/>
            <a:ext cx="404804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0" y="5267126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1%</a:t>
            </a:r>
          </a:p>
        </p:txBody>
      </p:sp>
      <p:sp>
        <p:nvSpPr>
          <p:cNvPr id="61" name="Oval 60"/>
          <p:cNvSpPr/>
          <p:nvPr/>
        </p:nvSpPr>
        <p:spPr>
          <a:xfrm>
            <a:off x="42976800" y="5460705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828800" y="5460705"/>
            <a:ext cx="42062400" cy="182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0" y="4546305"/>
            <a:ext cx="3657600" cy="3657600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7000">
                <a:schemeClr val="bg1"/>
              </a:gs>
              <a:gs pos="6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760257" y="5477987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398001" y="5474970"/>
            <a:ext cx="404804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2976800" y="1399580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1399580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49000">
                <a:schemeClr val="bg1"/>
              </a:gs>
              <a:gs pos="47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0" y="485180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760257" y="1416862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2976800" y="5655746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5655746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54000">
                <a:schemeClr val="bg1"/>
              </a:gs>
              <a:gs pos="52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0" y="4741346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60257" y="5673029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76800" y="9911913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9911913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bg1"/>
              </a:gs>
              <a:gs pos="58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0" y="8997513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0257" y="9929195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976800" y="14168170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" y="14168170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5000">
                <a:schemeClr val="bg1"/>
              </a:gs>
              <a:gs pos="63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0" y="13253770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60257" y="14185452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976800" y="18424337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18424337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71000">
                <a:schemeClr val="bg1"/>
              </a:gs>
              <a:gs pos="69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0" y="17509937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760257" y="18441619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2976800" y="22680503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0" y="22680503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76000">
                <a:schemeClr val="bg1"/>
              </a:gs>
              <a:gs pos="74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0" y="21766103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60257" y="22697785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976800" y="26936669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0" y="26936669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2000">
                <a:schemeClr val="bg1"/>
              </a:gs>
              <a:gs pos="80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0" y="26022269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60257" y="26953951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976800" y="31192927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28800" y="31192927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6000">
                <a:schemeClr val="bg1"/>
              </a:gs>
              <a:gs pos="85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0" y="30278527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760257" y="31210209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2976800" y="35449093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0" y="35449093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92000">
                <a:schemeClr val="bg1"/>
              </a:gs>
              <a:gs pos="90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0" y="34534693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60257" y="35466375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589057" y="1205910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50%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0" y="5462168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55%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0" y="9718334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60%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458024" y="13974866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65%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89057" y="18231124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67604" y="22487290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75%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667604" y="26743456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80%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405629" y="31000080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85%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6662" y="35256246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90%</a:t>
            </a:r>
          </a:p>
        </p:txBody>
      </p:sp>
      <p:sp>
        <p:nvSpPr>
          <p:cNvPr id="47" name="Oval 46"/>
          <p:cNvSpPr/>
          <p:nvPr/>
        </p:nvSpPr>
        <p:spPr>
          <a:xfrm>
            <a:off x="42898253" y="39705259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50253" y="39705259"/>
            <a:ext cx="42062400" cy="18288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98000">
                <a:schemeClr val="bg1"/>
              </a:gs>
              <a:gs pos="96000">
                <a:schemeClr val="accent1"/>
              </a:gs>
              <a:gs pos="100000">
                <a:schemeClr val="bg1"/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-78546" y="38790859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681710" y="39722541"/>
            <a:ext cx="238109" cy="18001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898253" y="43961517"/>
            <a:ext cx="1828800" cy="1828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750253" y="43961517"/>
            <a:ext cx="42062400" cy="18288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-78546" y="43047117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27082" y="39512412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458024" y="43768670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98%</a:t>
            </a:r>
          </a:p>
        </p:txBody>
      </p:sp>
      <p:sp>
        <p:nvSpPr>
          <p:cNvPr id="56" name="Oval 55"/>
          <p:cNvSpPr/>
          <p:nvPr/>
        </p:nvSpPr>
        <p:spPr>
          <a:xfrm>
            <a:off x="42767219" y="48217683"/>
            <a:ext cx="1828800" cy="1828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619219" y="48217683"/>
            <a:ext cx="42062400" cy="182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-209580" y="47303283"/>
            <a:ext cx="3657600" cy="3657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327082" y="48024836"/>
            <a:ext cx="4236232" cy="2215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3800"/>
              <a:t>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</TotalTime>
  <Words>48</Words>
  <Application>Microsoft Office PowerPoint</Application>
  <PresentationFormat>Custom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Douglas Coombs</dc:creator>
  <cp:lastModifiedBy>Douglas Coombs</cp:lastModifiedBy>
  <cp:revision>4</cp:revision>
  <dcterms:created xsi:type="dcterms:W3CDTF">2022-11-27T06:02:45Z</dcterms:created>
  <dcterms:modified xsi:type="dcterms:W3CDTF">2022-11-27T08:25:10Z</dcterms:modified>
</cp:coreProperties>
</file>