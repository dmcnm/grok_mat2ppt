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2000" cy="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22738"/>
            <a:ext cx="121920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79938"/>
            <a:ext cx="12192000" cy="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7954963"/>
            <a:ext cx="121920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0" y="2496562"/>
            <a:ext cx="7580859" cy="258532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If you going to use this package, please send an Email to:   tom@irvinemail.orgGo to:https://vibrationdata.wordpress.com/Download &amp; extract the GUI package as shown on the next slide</a:t>
            </a:r>
          </a:p>
        </p:txBody>
      </p:sp>
      <p:sp>
        <p:nvSpPr>
          <p:cNvPr id="8" name="Rectangle 7"/>
          <p:cNvSpPr/>
          <p:nvPr/>
        </p:nvSpPr>
        <p:spPr>
          <a:xfrm>
            <a:off x="2437959" y="1061383"/>
            <a:ext cx="5911562" cy="83099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Download Vibration GUIby Tom Irvine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2000" cy="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22738"/>
            <a:ext cx="121920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79938"/>
            <a:ext cx="12192000" cy="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7954963"/>
            <a:ext cx="121920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863" y="777010"/>
            <a:ext cx="9396274" cy="530398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2058869" y="4742379"/>
            <a:ext cx="3683298" cy="31473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25385" y="4851779"/>
            <a:ext cx="12192000" cy="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22738"/>
            <a:ext cx="121920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79938"/>
            <a:ext cx="12192000" cy="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7954963"/>
            <a:ext cx="121920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456" y="429356"/>
            <a:ext cx="9323809" cy="583809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072048" y="1296537"/>
            <a:ext cx="1815152" cy="92333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Download the newest version &amp; extract the files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517" y="300250"/>
            <a:ext cx="10257143" cy="613333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203511" y="2579427"/>
            <a:ext cx="5704764" cy="120032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Set the path to the folder where the files have been extracted to.Then type vibrationdata in the Command Window.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476" y="614714"/>
            <a:ext cx="10619048" cy="562857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