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EBB35-5FE2-4899-B7D8-594531009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C6DF7-8C35-4697-8422-B07FE3E34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87F68-3DA6-477D-969C-E3DE9A40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89311-268A-4844-A5F5-8F339C659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26D14-1BF1-4A4C-9456-40D9721F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41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5060-621F-476A-8E8A-73905A46F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833E0-1197-4171-9A15-12C9D75F9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5A942-5E04-432D-BD00-DC867BEE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E3084-91DF-4E0E-9AA0-20CD8393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FC8F9-DB58-443E-B11D-44060D5C4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55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911BD-8BDF-4889-9AEB-C42C66293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64DA3-B5E1-4BFD-BF15-E875DBA98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BAE1C-ABF1-46AA-AEDB-D5DEC8FF1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25200-ED5D-4100-9408-0FDBBFF3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93766-F1B5-415B-A4E7-CCBC6C65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9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3403-EEAF-4F1B-9897-B21BAEB5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57D0C-619E-4241-AEA7-055C6113B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11022-DF78-47C4-9E3A-EE83445F9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557F8-69D1-4C9A-BDEC-F8F2BC3CD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16DED-EAEA-46F9-B401-3C7BF296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5D13C-051A-4502-A610-97FC2DBD2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4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4C78-7971-447E-8F97-D8939F55F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97EB4-44C6-4878-8D1B-DA3EE23E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15A6C-5605-48FB-A977-50B2B52A4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35799A-3463-4D93-81DA-F1ADC9E32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A7B7DB-C128-42F1-A5E0-E6DDEF684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25C9C-BE94-4289-9BA1-49E6E5A5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A49E30-33BE-4E25-9216-EF974BEB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2BB415-51A9-4A25-99E8-6B748341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09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F2A3-B958-487B-9164-32EE0E3F4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6C51EE-65DD-4509-9285-7BB0F877E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E0AB4-2531-494A-861A-763C2F3C7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9C1C6-A13A-4FDB-ADD6-73E086EB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42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BE9CA-E72F-495E-8FC8-73024586D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C1A92-D064-4907-A73B-86DF4FE4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BE75A-3A6A-489B-82CD-2D9F69C3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89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9864D-916A-406D-A2D7-C1E4FD1E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ACE2-EFCF-41DE-B8B5-D4A177F0A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BAE6D-AFA2-4B5C-9DF4-8EB4BA628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27010-64F1-4AD7-902C-30D9A67A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25E35-A69B-4C1C-8693-D9006B60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32E4D-E2B5-4A88-B2BB-5993D652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2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75989-9805-40DE-9C64-EB26CF365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12E0A-3571-4D12-AD6B-3DABB4BD2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994F0-5237-45BF-8604-37CCAA31E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B96E5-509D-4E1C-BB5A-F213D26DB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AC6BF-F35E-41B1-974D-B9BA1ED3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10619-49A1-4992-B8FD-601B2A3D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2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24E3F-22E0-4191-A26E-56AECB26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CB64F-EBDA-4319-9C10-C722DDA4E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490A3-F7DB-405F-9F2E-F61A38FA5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C03F6-C643-4926-885A-44944A9BC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1CAF7-D8AA-4DA1-B41E-622002F0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209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ED44A3-5CA0-4086-8A3C-5E15D2FAE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DF4AB-6617-4EC4-9A9F-B4F862094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0E2B6-6E36-4B7C-B7B3-5838B27C3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C0331-D57A-428C-B478-28BC75E5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B35D7-79D6-4A1D-9CEC-48AAB2D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4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A3AED1-0294-4940-AEA5-FAF107CC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59E54-ABA5-4456-A972-AB9D5E1AF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6778C-F9C9-4298-8536-C8441463CD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841BB-5308-4CC0-808C-8C8DAAE974C9}" type="datetimeFigureOut">
              <a:rPr lang="en-US" smtClean="0"/>
              <a:t>6/9/2018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DFF97-D2E2-46FD-9B27-E1F5A5F04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E482E-BBFD-4D70-8641-4F7C3FDD3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9E467-DE96-4CC8-9A85-14AC8D026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1E7792E-8DEB-4F96-8002-1BA31474B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124" y="321182"/>
            <a:ext cx="2829709" cy="27403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D95D35-B14D-4B64-B2EE-F2D0CF3083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48"/>
          <a:stretch/>
        </p:blipFill>
        <p:spPr>
          <a:xfrm>
            <a:off x="503280" y="3796470"/>
            <a:ext cx="3350938" cy="2815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33575D-6225-4178-8DF7-117CF07FB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812" y="3393058"/>
            <a:ext cx="2005279" cy="3218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FA7AF4-03A8-4761-9173-A08539DE01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075" y="3373009"/>
            <a:ext cx="1906699" cy="32385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06032C-8EB8-4729-B01E-02A202F6E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36" y="321182"/>
            <a:ext cx="2829709" cy="27403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7FD1BF-C907-494F-9324-637F3D3C1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812" y="227875"/>
            <a:ext cx="3391522" cy="27403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B799F8C-7D79-47AE-81DB-F313F8AE6D0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14"/>
          <a:stretch/>
        </p:blipFill>
        <p:spPr>
          <a:xfrm>
            <a:off x="4161281" y="4050563"/>
            <a:ext cx="2749552" cy="263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1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DCF1C8-7AF1-4DB2-B5BB-CA25346BF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17" y="329293"/>
            <a:ext cx="2957958" cy="29579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B5A4FA-B274-4310-B652-12A76DD501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7"/>
          <a:stretch/>
        </p:blipFill>
        <p:spPr>
          <a:xfrm rot="16200000">
            <a:off x="7472206" y="4476589"/>
            <a:ext cx="2216995" cy="254582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BA420-387F-42C3-905E-1F42679F81D9}"/>
              </a:ext>
            </a:extLst>
          </p:cNvPr>
          <p:cNvGrpSpPr/>
          <p:nvPr/>
        </p:nvGrpSpPr>
        <p:grpSpPr>
          <a:xfrm>
            <a:off x="4978099" y="329293"/>
            <a:ext cx="3337175" cy="4000873"/>
            <a:chOff x="5036619" y="452927"/>
            <a:chExt cx="3337175" cy="400087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5A328D3-713F-4821-8F14-93AD9EF0DE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343" b="9782"/>
            <a:stretch/>
          </p:blipFill>
          <p:spPr>
            <a:xfrm>
              <a:off x="5036619" y="452927"/>
              <a:ext cx="3337175" cy="4000873"/>
            </a:xfrm>
            <a:prstGeom prst="rect">
              <a:avLst/>
            </a:prstGeom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496EE14-9C28-4A59-AF7D-EA709E36C6CB}"/>
                </a:ext>
              </a:extLst>
            </p:cNvPr>
            <p:cNvSpPr/>
            <p:nvPr/>
          </p:nvSpPr>
          <p:spPr>
            <a:xfrm>
              <a:off x="5589036" y="2379306"/>
              <a:ext cx="2323323" cy="2074494"/>
            </a:xfrm>
            <a:prstGeom prst="round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78BDC5-11C3-457A-819C-BE78A94629A7}"/>
              </a:ext>
            </a:extLst>
          </p:cNvPr>
          <p:cNvGrpSpPr/>
          <p:nvPr/>
        </p:nvGrpSpPr>
        <p:grpSpPr>
          <a:xfrm>
            <a:off x="8715925" y="329293"/>
            <a:ext cx="3337175" cy="4000874"/>
            <a:chOff x="8725256" y="452927"/>
            <a:chExt cx="3337175" cy="400087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CD993C6-BDEE-43D3-AB39-74ADAB787B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343" b="9782"/>
            <a:stretch/>
          </p:blipFill>
          <p:spPr>
            <a:xfrm>
              <a:off x="8725256" y="452928"/>
              <a:ext cx="3337175" cy="4000873"/>
            </a:xfrm>
            <a:prstGeom prst="rect">
              <a:avLst/>
            </a:prstGeom>
          </p:spPr>
        </p:pic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5BFB431-BBF6-4E46-9D9D-E2B4F803FE0C}"/>
                </a:ext>
              </a:extLst>
            </p:cNvPr>
            <p:cNvSpPr/>
            <p:nvPr/>
          </p:nvSpPr>
          <p:spPr>
            <a:xfrm>
              <a:off x="8819128" y="452927"/>
              <a:ext cx="3142718" cy="1926380"/>
            </a:xfrm>
            <a:prstGeom prst="round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B5D174CC-B6C5-4B07-953F-693EA4168F3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317" b="14066"/>
          <a:stretch/>
        </p:blipFill>
        <p:spPr>
          <a:xfrm>
            <a:off x="588117" y="3221937"/>
            <a:ext cx="3337175" cy="315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20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cfam</dc:creator>
  <cp:lastModifiedBy>cfam</cp:lastModifiedBy>
  <cp:revision>10</cp:revision>
  <cp:lastPrinted>2018-06-10T02:01:57Z</cp:lastPrinted>
  <dcterms:created xsi:type="dcterms:W3CDTF">2018-01-08T03:42:28Z</dcterms:created>
  <dcterms:modified xsi:type="dcterms:W3CDTF">2018-06-10T02:01:59Z</dcterms:modified>
</cp:coreProperties>
</file>