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200" y="365126"/>
            <a:ext cx="10515600" cy="5819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995" y="277586"/>
            <a:ext cx="1110675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