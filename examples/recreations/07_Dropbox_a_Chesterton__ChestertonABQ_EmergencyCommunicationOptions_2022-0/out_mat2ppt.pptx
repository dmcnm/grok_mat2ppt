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jpeg"/>
          <p:cNvPicPr>
            <a:picLocks noChangeAspect="1"/>
          </p:cNvPicPr>
          <p:nvPr/>
        </p:nvPicPr>
        <p:blipFill>
          <a:blip r:embed="rId2"/>
          <a:stretch>
            <a:fillRect/>
          </a:stretch>
        </p:blipFill>
        <p:spPr>
          <a:xfrm>
            <a:off x="73820" y="6096269"/>
            <a:ext cx="648692" cy="694793"/>
          </a:xfrm>
          <a:prstGeom prst="rect">
            <a:avLst/>
          </a:prstGeom>
        </p:spPr>
      </p:pic>
      <p:pic>
        <p:nvPicPr>
          <p:cNvPr id="3" name="Picture 2" descr="image3.jpg"/>
          <p:cNvPicPr>
            <a:picLocks noChangeAspect="1"/>
          </p:cNvPicPr>
          <p:nvPr/>
        </p:nvPicPr>
        <p:blipFill>
          <a:blip r:embed="rId3"/>
          <a:stretch>
            <a:fillRect/>
          </a:stretch>
        </p:blipFill>
        <p:spPr>
          <a:xfrm>
            <a:off x="11000831" y="82217"/>
            <a:ext cx="1097280" cy="1067079"/>
          </a:xfrm>
          <a:prstGeom prst="rect">
            <a:avLst/>
          </a:prstGeom>
        </p:spPr>
      </p:pic>
      <p:sp>
        <p:nvSpPr>
          <p:cNvPr id="4" name="Rectangle 3"/>
          <p:cNvSpPr/>
          <p:nvPr/>
        </p:nvSpPr>
        <p:spPr>
          <a:xfrm>
            <a:off x="1524000" y="1788284"/>
            <a:ext cx="9144000" cy="2387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Chesterton AcademyEmergency Communication Options</a:t>
            </a:r>
          </a:p>
        </p:txBody>
      </p:sp>
      <p:sp>
        <p:nvSpPr>
          <p:cNvPr id="5" name="Rectangle 4"/>
          <p:cNvSpPr/>
          <p:nvPr/>
        </p:nvSpPr>
        <p:spPr>
          <a:xfrm>
            <a:off x="3756572" y="4421505"/>
            <a:ext cx="3944994" cy="83099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CoombsFebruary 8,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Overview of Options</a:t>
            </a:r>
          </a:p>
        </p:txBody>
      </p:sp>
      <p:sp>
        <p:nvSpPr>
          <p:cNvPr id="3" name="Rectangle 2"/>
          <p:cNvSpPr/>
          <p:nvPr/>
        </p:nvSpPr>
        <p:spPr>
          <a:xfrm>
            <a:off x="493094" y="1132764"/>
            <a:ext cx="1147137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ProgramsJupiterEdPotentially cheapest and easiest to set upFlocknotesMuch more flexible but also more expensive and time consuming to set upStandalone Texting SolutionsExpertTexting.comSeems straightforward with intuitive user interfaceOffers two-way texting with parents, if desiredPer text pricing makes it more attractive for infrequent, emergency useTextEmAll.com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JupiterEd.com</a:t>
            </a:r>
          </a:p>
        </p:txBody>
      </p:sp>
      <p:sp>
        <p:nvSpPr>
          <p:cNvPr id="3" name="Rectangle 2"/>
          <p:cNvSpPr/>
          <p:nvPr/>
        </p:nvSpPr>
        <p:spPr>
          <a:xfrm>
            <a:off x="493094" y="1132764"/>
            <a:ext cx="10717449" cy="5056001"/>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Parents need to login to JupiterEd and opt-in to emergency texting serviceAnother option would be to use non-emergency text messages for weather announcements, but these can get lost as they are common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Flocknotes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Comprehensive email and texting serviceMrs. Sena is familiar with the serviceMore expensive at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ExpertTexting.com</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TextEmAll.com</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jkh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