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</p:sldIdLst>
  <p:sldSz cx="51206400" cy="51206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8" userDrawn="1">
          <p15:clr>
            <a:srgbClr val="A4A3A4"/>
          </p15:clr>
        </p15:guide>
        <p15:guide id="2" pos="16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22" d="100"/>
          <a:sy n="22" d="100"/>
        </p:scale>
        <p:origin x="2700" y="36"/>
      </p:cViewPr>
      <p:guideLst>
        <p:guide orient="horz" pos="16128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8380311"/>
            <a:ext cx="43525440" cy="17827413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6895217"/>
            <a:ext cx="38404800" cy="12363023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0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8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2766055"/>
            <a:ext cx="44165520" cy="21300436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34268002"/>
            <a:ext cx="44165520" cy="1120139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/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3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726278"/>
            <a:ext cx="44165520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2552684"/>
            <a:ext cx="21662704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8704560"/>
            <a:ext cx="21662704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2552684"/>
            <a:ext cx="21769390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8704560"/>
            <a:ext cx="21769390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4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5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98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28" userDrawn="1">
          <p15:clr>
            <a:srgbClr val="FBAE40"/>
          </p15:clr>
        </p15:guide>
        <p15:guide id="2" pos="1612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7372785"/>
            <a:ext cx="25923240" cy="3638973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7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7372785"/>
            <a:ext cx="25923240" cy="3638973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5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3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726267"/>
            <a:ext cx="11041380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726267"/>
            <a:ext cx="32484060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8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726278"/>
            <a:ext cx="4416552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3631334"/>
            <a:ext cx="4416552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7460758"/>
            <a:ext cx="172821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2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128" userDrawn="1">
          <p15:clr>
            <a:srgbClr val="F26B43"/>
          </p15:clr>
        </p15:guide>
        <p15:guide id="2" pos="16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CE50EF5-EC2A-1F79-EE70-C76382C030F9}"/>
              </a:ext>
            </a:extLst>
          </p:cNvPr>
          <p:cNvGrpSpPr/>
          <p:nvPr/>
        </p:nvGrpSpPr>
        <p:grpSpPr>
          <a:xfrm>
            <a:off x="0" y="17298235"/>
            <a:ext cx="44805600" cy="3657600"/>
            <a:chOff x="0" y="4234183"/>
            <a:chExt cx="44805600" cy="36576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62406D-ECB5-73A3-7B51-222AFB0E2A9F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8FBA380-B604-196B-6129-64B244F01317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D0552B2-DD50-E564-195B-B089D976CB3E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4000">
                    <a:schemeClr val="accent1"/>
                  </a:gs>
                  <a:gs pos="0">
                    <a:schemeClr val="accent1"/>
                  </a:gs>
                  <a:gs pos="7000">
                    <a:schemeClr val="bg1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E94FDF6-4D56-3145-C850-76A04E438C0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6C06B7-4AF5-0BA4-8074-829606CA5289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68F004-EB52-4A89-56CE-A378DFFF5A31}"/>
              </a:ext>
            </a:extLst>
          </p:cNvPr>
          <p:cNvGrpSpPr/>
          <p:nvPr/>
        </p:nvGrpSpPr>
        <p:grpSpPr>
          <a:xfrm>
            <a:off x="0" y="21554430"/>
            <a:ext cx="44805600" cy="3657600"/>
            <a:chOff x="0" y="4234183"/>
            <a:chExt cx="44805600" cy="36576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BD5E18-E789-3240-7312-B46D87636177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35F9EF1-DFDC-B676-C748-7D15280517DF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C574C04-3ABF-4516-B398-CAE36F74202B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11000">
                    <a:schemeClr val="bg1"/>
                  </a:gs>
                  <a:gs pos="9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4A79467-6B57-4E65-4514-FAB73BD019E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3ACBFE-143A-3D7B-C1F0-847DC8E8EF0F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971A02-C198-5BF6-CB32-39B9BFAB2B14}"/>
              </a:ext>
            </a:extLst>
          </p:cNvPr>
          <p:cNvGrpSpPr/>
          <p:nvPr/>
        </p:nvGrpSpPr>
        <p:grpSpPr>
          <a:xfrm>
            <a:off x="0" y="25810625"/>
            <a:ext cx="44805600" cy="3657600"/>
            <a:chOff x="0" y="4234183"/>
            <a:chExt cx="44805600" cy="36576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00A6DFF-C07D-251A-3AA2-350B4D5B5439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17C5F61-9530-F0F9-2CF5-A4E369175AB8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898F486-EA94-4FB2-3AA8-29BCE8FA0A18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16000">
                    <a:schemeClr val="bg1"/>
                  </a:gs>
                  <a:gs pos="14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04B3CE0-6EB4-9E42-75CD-EB068397E006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DAACD0-0FD5-0F05-F0B6-D862688F6195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7D7FF6D-7657-0A68-4EEE-7931552051DE}"/>
              </a:ext>
            </a:extLst>
          </p:cNvPr>
          <p:cNvGrpSpPr/>
          <p:nvPr/>
        </p:nvGrpSpPr>
        <p:grpSpPr>
          <a:xfrm>
            <a:off x="0" y="30066820"/>
            <a:ext cx="44805600" cy="3657600"/>
            <a:chOff x="0" y="4234183"/>
            <a:chExt cx="44805600" cy="365760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7C37E7D-C03D-2068-A727-D5CAD935363F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234BD13-DA22-BBE5-5C81-55B1F1D907DF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B05970C-C745-D447-B53D-CE1B683A870A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22000">
                    <a:schemeClr val="bg1"/>
                  </a:gs>
                  <a:gs pos="20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93D0F5F-31B2-D11E-9D07-7A0A86BF36D8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D5600D0-9F24-B32F-0D0B-19E0D6969D14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425315E-C55B-278D-BBE0-F6D05F5FBEAB}"/>
              </a:ext>
            </a:extLst>
          </p:cNvPr>
          <p:cNvGrpSpPr/>
          <p:nvPr/>
        </p:nvGrpSpPr>
        <p:grpSpPr>
          <a:xfrm>
            <a:off x="0" y="34323015"/>
            <a:ext cx="44805600" cy="3657600"/>
            <a:chOff x="0" y="4234183"/>
            <a:chExt cx="44805600" cy="36576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8239429-7F39-EFAC-823A-70EE70C859EE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27DA534-0F4C-8D0B-F7AF-135D635E21D3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26705FA-D28A-F036-28E5-1E76D144F8B5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27000">
                    <a:schemeClr val="bg1"/>
                  </a:gs>
                  <a:gs pos="25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40AF030-80A8-738B-8B99-CCF2B2D242C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D2C840C-A975-62A3-12AB-DD2512A45B2A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8DF7F8-CD13-B627-1384-2FA1C5EB8920}"/>
              </a:ext>
            </a:extLst>
          </p:cNvPr>
          <p:cNvGrpSpPr/>
          <p:nvPr/>
        </p:nvGrpSpPr>
        <p:grpSpPr>
          <a:xfrm>
            <a:off x="0" y="38579210"/>
            <a:ext cx="44805600" cy="3657600"/>
            <a:chOff x="0" y="4234183"/>
            <a:chExt cx="44805600" cy="36576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DB83547-4C37-B118-4863-BE6292146C4B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D50C4D9-6DAB-45EC-1344-30A4FB3EAA3B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7EDC5FA-53D4-86D2-0146-54126A1965F8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33000">
                    <a:schemeClr val="bg1"/>
                  </a:gs>
                  <a:gs pos="31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8F3D18F-6D10-DF9D-B639-A5250E17DCF7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58356B-A80F-679E-BE6A-2380CD550DB5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0F5C401-91F5-E5B5-73A5-9BDE21BE7501}"/>
              </a:ext>
            </a:extLst>
          </p:cNvPr>
          <p:cNvGrpSpPr/>
          <p:nvPr/>
        </p:nvGrpSpPr>
        <p:grpSpPr>
          <a:xfrm>
            <a:off x="0" y="42835405"/>
            <a:ext cx="44805600" cy="3657600"/>
            <a:chOff x="0" y="4234183"/>
            <a:chExt cx="44805600" cy="365760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63E9E7D-F157-E36C-71E7-2A836DECDC55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6240FE1-BA1F-01B0-CDF7-979E75D4D6F0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657DECA-E315-29BB-EEC1-02F8C9106B61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38000">
                    <a:schemeClr val="bg1"/>
                  </a:gs>
                  <a:gs pos="36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D55D306-DAED-8BED-6432-37CDC1FEDFE3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B00F692-2776-1B10-D8F6-7F1E7C53D4A3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DC4D6B-07D8-0F2B-22E4-A23263546F34}"/>
              </a:ext>
            </a:extLst>
          </p:cNvPr>
          <p:cNvGrpSpPr/>
          <p:nvPr/>
        </p:nvGrpSpPr>
        <p:grpSpPr>
          <a:xfrm>
            <a:off x="0" y="47091600"/>
            <a:ext cx="44805600" cy="3657600"/>
            <a:chOff x="0" y="4234183"/>
            <a:chExt cx="44805600" cy="36576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A03007F-A863-9F38-C197-320A96AE7144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D650B73-B23D-1355-B73C-AD67F5B89BBD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C63AC39-08F0-41EE-365A-73C8154BA51F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43000">
                    <a:schemeClr val="bg1"/>
                  </a:gs>
                  <a:gs pos="41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1077030-7E8F-AFD3-E702-30EC5246C262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F11E7C1-9062-9912-5CA1-59C4B77B2FC0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52630C-38D6-E994-CDBE-CD55EDBC41AE}"/>
              </a:ext>
            </a:extLst>
          </p:cNvPr>
          <p:cNvSpPr txBox="1"/>
          <p:nvPr/>
        </p:nvSpPr>
        <p:spPr>
          <a:xfrm>
            <a:off x="45589031" y="13762844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5%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D882A-F73D-EFFB-326F-4E278B470E96}"/>
              </a:ext>
            </a:extLst>
          </p:cNvPr>
          <p:cNvSpPr txBox="1"/>
          <p:nvPr/>
        </p:nvSpPr>
        <p:spPr>
          <a:xfrm>
            <a:off x="45720000" y="18019039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10%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189A5-515B-9D3E-E82D-4E4A95B7147E}"/>
              </a:ext>
            </a:extLst>
          </p:cNvPr>
          <p:cNvSpPr txBox="1"/>
          <p:nvPr/>
        </p:nvSpPr>
        <p:spPr>
          <a:xfrm>
            <a:off x="45720000" y="22275234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15%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2D1BD-70EE-5838-2344-623A5EA9BF47}"/>
              </a:ext>
            </a:extLst>
          </p:cNvPr>
          <p:cNvSpPr txBox="1"/>
          <p:nvPr/>
        </p:nvSpPr>
        <p:spPr>
          <a:xfrm>
            <a:off x="45458062" y="26531795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20%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885B9-1417-9C6A-0C38-41C148EC84E5}"/>
              </a:ext>
            </a:extLst>
          </p:cNvPr>
          <p:cNvSpPr txBox="1"/>
          <p:nvPr/>
        </p:nvSpPr>
        <p:spPr>
          <a:xfrm>
            <a:off x="45589031" y="30787990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25%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97944-A38A-E9ED-054B-B5282A48166D}"/>
              </a:ext>
            </a:extLst>
          </p:cNvPr>
          <p:cNvSpPr txBox="1"/>
          <p:nvPr/>
        </p:nvSpPr>
        <p:spPr>
          <a:xfrm>
            <a:off x="45667613" y="35044185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30%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F463E5-E834-BFB0-8A53-869784B0E5E2}"/>
              </a:ext>
            </a:extLst>
          </p:cNvPr>
          <p:cNvSpPr txBox="1"/>
          <p:nvPr/>
        </p:nvSpPr>
        <p:spPr>
          <a:xfrm>
            <a:off x="45667613" y="39300380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35%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27B92E-90C2-5D23-8FC5-430AB032B604}"/>
              </a:ext>
            </a:extLst>
          </p:cNvPr>
          <p:cNvSpPr txBox="1"/>
          <p:nvPr/>
        </p:nvSpPr>
        <p:spPr>
          <a:xfrm>
            <a:off x="45405675" y="43556941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40%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AB2138-61F3-FCA4-4A81-278D37147D72}"/>
              </a:ext>
            </a:extLst>
          </p:cNvPr>
          <p:cNvSpPr txBox="1"/>
          <p:nvPr/>
        </p:nvSpPr>
        <p:spPr>
          <a:xfrm>
            <a:off x="45536644" y="47813136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45%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34307B-9B98-61B4-9F2B-C4D357DE202C}"/>
              </a:ext>
            </a:extLst>
          </p:cNvPr>
          <p:cNvSpPr txBox="1"/>
          <p:nvPr/>
        </p:nvSpPr>
        <p:spPr>
          <a:xfrm>
            <a:off x="45720000" y="9506649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2%</a:t>
            </a:r>
            <a:endParaRPr lang="en-US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F6E105E-ADC2-2C9C-83DC-9F8228989B49}"/>
              </a:ext>
            </a:extLst>
          </p:cNvPr>
          <p:cNvGrpSpPr/>
          <p:nvPr/>
        </p:nvGrpSpPr>
        <p:grpSpPr>
          <a:xfrm>
            <a:off x="0" y="13042040"/>
            <a:ext cx="44805600" cy="3657600"/>
            <a:chOff x="0" y="4645663"/>
            <a:chExt cx="44805600" cy="36576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55630BA-F94B-26C4-C8ED-912CDC2CB421}"/>
                </a:ext>
              </a:extLst>
            </p:cNvPr>
            <p:cNvGrpSpPr/>
            <p:nvPr/>
          </p:nvGrpSpPr>
          <p:grpSpPr>
            <a:xfrm>
              <a:off x="0" y="4645663"/>
              <a:ext cx="44805600" cy="3657600"/>
              <a:chOff x="0" y="4234183"/>
              <a:chExt cx="44805600" cy="36576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B46568E-25BE-B796-F6B8-0E865A102765}"/>
                  </a:ext>
                </a:extLst>
              </p:cNvPr>
              <p:cNvGrpSpPr/>
              <p:nvPr userDrawn="1"/>
            </p:nvGrpSpPr>
            <p:grpSpPr>
              <a:xfrm>
                <a:off x="0" y="4234183"/>
                <a:ext cx="44805600" cy="3657600"/>
                <a:chOff x="0" y="2481942"/>
                <a:chExt cx="44805600" cy="3657600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800DEBC-BBD0-2AC1-E030-C4E47FA9B2BC}"/>
                    </a:ext>
                  </a:extLst>
                </p:cNvPr>
                <p:cNvSpPr/>
                <p:nvPr userDrawn="1"/>
              </p:nvSpPr>
              <p:spPr>
                <a:xfrm>
                  <a:off x="42976800" y="3396342"/>
                  <a:ext cx="1828800" cy="1828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5BB861D-0B98-7C4D-810C-BC0437E9ABC5}"/>
                    </a:ext>
                  </a:extLst>
                </p:cNvPr>
                <p:cNvSpPr/>
                <p:nvPr userDrawn="1"/>
              </p:nvSpPr>
              <p:spPr>
                <a:xfrm>
                  <a:off x="1828800" y="3396342"/>
                  <a:ext cx="42062400" cy="182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AB593777-A798-81B1-8E85-F2E3BC3C592F}"/>
                    </a:ext>
                  </a:extLst>
                </p:cNvPr>
                <p:cNvSpPr/>
                <p:nvPr userDrawn="1"/>
              </p:nvSpPr>
              <p:spPr>
                <a:xfrm>
                  <a:off x="0" y="2481942"/>
                  <a:ext cx="3657600" cy="3657600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65000">
                      <a:schemeClr val="bg1"/>
                    </a:gs>
                    <a:gs pos="45000">
                      <a:schemeClr val="accent1">
                        <a:lumMod val="97000"/>
                        <a:lumOff val="3000"/>
                      </a:schemeClr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7629BB-936C-AB10-2F8E-0E4CB18A13E2}"/>
                  </a:ext>
                </a:extLst>
              </p:cNvPr>
              <p:cNvSpPr/>
              <p:nvPr userDrawn="1"/>
            </p:nvSpPr>
            <p:spPr>
              <a:xfrm>
                <a:off x="43760231" y="5165885"/>
                <a:ext cx="238125" cy="1800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7C611B4-D2FE-444B-DFC9-AE67DF5323C2}"/>
                </a:ext>
              </a:extLst>
            </p:cNvPr>
            <p:cNvSpPr/>
            <p:nvPr/>
          </p:nvSpPr>
          <p:spPr>
            <a:xfrm>
              <a:off x="3398042" y="5574350"/>
              <a:ext cx="404814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912A1FA-DB4E-387D-FD3F-86F7A427BFA1}"/>
              </a:ext>
            </a:extLst>
          </p:cNvPr>
          <p:cNvGrpSpPr/>
          <p:nvPr/>
        </p:nvGrpSpPr>
        <p:grpSpPr>
          <a:xfrm>
            <a:off x="0" y="8785844"/>
            <a:ext cx="44805600" cy="3657600"/>
            <a:chOff x="0" y="4645663"/>
            <a:chExt cx="44805600" cy="3657600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0B498512-166A-6DC6-A697-3BAB4547A623}"/>
                </a:ext>
              </a:extLst>
            </p:cNvPr>
            <p:cNvGrpSpPr/>
            <p:nvPr/>
          </p:nvGrpSpPr>
          <p:grpSpPr>
            <a:xfrm>
              <a:off x="0" y="4645663"/>
              <a:ext cx="44805600" cy="3657600"/>
              <a:chOff x="0" y="4234183"/>
              <a:chExt cx="44805600" cy="3657600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97C3516-B623-2AB5-34B8-FAAE498BFB98}"/>
                  </a:ext>
                </a:extLst>
              </p:cNvPr>
              <p:cNvGrpSpPr/>
              <p:nvPr userDrawn="1"/>
            </p:nvGrpSpPr>
            <p:grpSpPr>
              <a:xfrm>
                <a:off x="0" y="4234183"/>
                <a:ext cx="44805600" cy="3657600"/>
                <a:chOff x="0" y="2481942"/>
                <a:chExt cx="44805600" cy="3657600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566547FD-F73E-2363-EF28-4DBDC049A1C8}"/>
                    </a:ext>
                  </a:extLst>
                </p:cNvPr>
                <p:cNvSpPr/>
                <p:nvPr userDrawn="1"/>
              </p:nvSpPr>
              <p:spPr>
                <a:xfrm>
                  <a:off x="42976800" y="3396342"/>
                  <a:ext cx="1828800" cy="1828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FF603356-F1CE-4BBC-2EC6-28F3F2834916}"/>
                    </a:ext>
                  </a:extLst>
                </p:cNvPr>
                <p:cNvSpPr/>
                <p:nvPr userDrawn="1"/>
              </p:nvSpPr>
              <p:spPr>
                <a:xfrm>
                  <a:off x="1828800" y="3396342"/>
                  <a:ext cx="42062400" cy="182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29A27A10-05EB-D22E-543C-D010D670A024}"/>
                    </a:ext>
                  </a:extLst>
                </p:cNvPr>
                <p:cNvSpPr/>
                <p:nvPr userDrawn="1"/>
              </p:nvSpPr>
              <p:spPr>
                <a:xfrm>
                  <a:off x="0" y="2481942"/>
                  <a:ext cx="3657600" cy="3657600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25000">
                      <a:schemeClr val="bg1"/>
                    </a:gs>
                    <a:gs pos="16000">
                      <a:schemeClr val="accent1">
                        <a:lumMod val="97000"/>
                        <a:lumOff val="3000"/>
                      </a:schemeClr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E9D93EBE-1B1F-26A9-B210-0672D2918ABC}"/>
                  </a:ext>
                </a:extLst>
              </p:cNvPr>
              <p:cNvSpPr/>
              <p:nvPr userDrawn="1"/>
            </p:nvSpPr>
            <p:spPr>
              <a:xfrm>
                <a:off x="43760231" y="5165885"/>
                <a:ext cx="238125" cy="1800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90B2F2-80EF-695A-654D-40E8E34FF60F}"/>
                </a:ext>
              </a:extLst>
            </p:cNvPr>
            <p:cNvSpPr/>
            <p:nvPr/>
          </p:nvSpPr>
          <p:spPr>
            <a:xfrm>
              <a:off x="3398042" y="5574350"/>
              <a:ext cx="404814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AAF5963A-1DCA-F4C8-3BC8-6207FB2129AA}"/>
              </a:ext>
            </a:extLst>
          </p:cNvPr>
          <p:cNvSpPr txBox="1"/>
          <p:nvPr/>
        </p:nvSpPr>
        <p:spPr>
          <a:xfrm>
            <a:off x="45798582" y="1010925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0%</a:t>
            </a:r>
            <a:endParaRPr lang="en-US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47CDAB1-2E86-F89D-29E1-5E0961E74BDF}"/>
              </a:ext>
            </a:extLst>
          </p:cNvPr>
          <p:cNvGrpSpPr/>
          <p:nvPr/>
        </p:nvGrpSpPr>
        <p:grpSpPr>
          <a:xfrm>
            <a:off x="78582" y="290120"/>
            <a:ext cx="44805600" cy="3657600"/>
            <a:chOff x="0" y="4645663"/>
            <a:chExt cx="44805600" cy="3657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4D46731-38F3-9229-C419-DE79BA8973E2}"/>
                </a:ext>
              </a:extLst>
            </p:cNvPr>
            <p:cNvGrpSpPr/>
            <p:nvPr/>
          </p:nvGrpSpPr>
          <p:grpSpPr>
            <a:xfrm>
              <a:off x="0" y="4645663"/>
              <a:ext cx="44805600" cy="3657600"/>
              <a:chOff x="0" y="4234183"/>
              <a:chExt cx="44805600" cy="3657600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0E0B4BB3-A701-43EE-DB09-D2C27BD2803F}"/>
                  </a:ext>
                </a:extLst>
              </p:cNvPr>
              <p:cNvGrpSpPr/>
              <p:nvPr userDrawn="1"/>
            </p:nvGrpSpPr>
            <p:grpSpPr>
              <a:xfrm>
                <a:off x="0" y="4234183"/>
                <a:ext cx="44805600" cy="3657600"/>
                <a:chOff x="0" y="2481942"/>
                <a:chExt cx="44805600" cy="3657600"/>
              </a:xfrm>
            </p:grpSpPr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16173B25-C148-63ED-06A2-C88F6CC01E91}"/>
                    </a:ext>
                  </a:extLst>
                </p:cNvPr>
                <p:cNvSpPr/>
                <p:nvPr userDrawn="1"/>
              </p:nvSpPr>
              <p:spPr>
                <a:xfrm>
                  <a:off x="42976800" y="3396342"/>
                  <a:ext cx="1828800" cy="1828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F08B4099-7999-A0E1-435A-DB69C5B8CF90}"/>
                    </a:ext>
                  </a:extLst>
                </p:cNvPr>
                <p:cNvSpPr/>
                <p:nvPr userDrawn="1"/>
              </p:nvSpPr>
              <p:spPr>
                <a:xfrm>
                  <a:off x="1828800" y="3396342"/>
                  <a:ext cx="42062400" cy="182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7C7C4659-B1E8-8417-E27F-39EE4F97D5FF}"/>
                    </a:ext>
                  </a:extLst>
                </p:cNvPr>
                <p:cNvSpPr/>
                <p:nvPr userDrawn="1"/>
              </p:nvSpPr>
              <p:spPr>
                <a:xfrm>
                  <a:off x="0" y="2481942"/>
                  <a:ext cx="3657600" cy="3657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8A0E7EA-B6F1-6C81-1D14-26450E3D5609}"/>
                  </a:ext>
                </a:extLst>
              </p:cNvPr>
              <p:cNvSpPr/>
              <p:nvPr userDrawn="1"/>
            </p:nvSpPr>
            <p:spPr>
              <a:xfrm>
                <a:off x="43760231" y="5165885"/>
                <a:ext cx="238125" cy="1800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AF1C83-8843-98C3-C9C8-543DEF4D443B}"/>
                </a:ext>
              </a:extLst>
            </p:cNvPr>
            <p:cNvSpPr/>
            <p:nvPr/>
          </p:nvSpPr>
          <p:spPr>
            <a:xfrm>
              <a:off x="3398042" y="5574350"/>
              <a:ext cx="404814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E4B2742D-4404-E98D-D2CA-B60DA62950B0}"/>
              </a:ext>
            </a:extLst>
          </p:cNvPr>
          <p:cNvSpPr txBox="1"/>
          <p:nvPr/>
        </p:nvSpPr>
        <p:spPr>
          <a:xfrm>
            <a:off x="45720000" y="5267120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1%</a:t>
            </a:r>
            <a:endParaRPr lang="en-US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36F7E0-291E-0015-5B26-DE0968DF8368}"/>
              </a:ext>
            </a:extLst>
          </p:cNvPr>
          <p:cNvGrpSpPr/>
          <p:nvPr/>
        </p:nvGrpSpPr>
        <p:grpSpPr>
          <a:xfrm>
            <a:off x="0" y="4546315"/>
            <a:ext cx="44805600" cy="3657600"/>
            <a:chOff x="0" y="4645663"/>
            <a:chExt cx="44805600" cy="365760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6E98497-B0DD-4B18-43CF-7AA70078499E}"/>
                </a:ext>
              </a:extLst>
            </p:cNvPr>
            <p:cNvGrpSpPr/>
            <p:nvPr/>
          </p:nvGrpSpPr>
          <p:grpSpPr>
            <a:xfrm>
              <a:off x="0" y="4645663"/>
              <a:ext cx="44805600" cy="3657600"/>
              <a:chOff x="0" y="4234183"/>
              <a:chExt cx="44805600" cy="3657600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864C813B-CD75-6C29-2A43-FA18039717A3}"/>
                  </a:ext>
                </a:extLst>
              </p:cNvPr>
              <p:cNvGrpSpPr/>
              <p:nvPr userDrawn="1"/>
            </p:nvGrpSpPr>
            <p:grpSpPr>
              <a:xfrm>
                <a:off x="0" y="4234183"/>
                <a:ext cx="44805600" cy="3657600"/>
                <a:chOff x="0" y="2481942"/>
                <a:chExt cx="44805600" cy="3657600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976124CF-B6BD-47D3-0F8C-57F977CE9983}"/>
                    </a:ext>
                  </a:extLst>
                </p:cNvPr>
                <p:cNvSpPr/>
                <p:nvPr userDrawn="1"/>
              </p:nvSpPr>
              <p:spPr>
                <a:xfrm>
                  <a:off x="42976800" y="3396342"/>
                  <a:ext cx="1828800" cy="18288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1B4D6579-DFE7-FE5D-E5EF-C193D5FD8CFD}"/>
                    </a:ext>
                  </a:extLst>
                </p:cNvPr>
                <p:cNvSpPr/>
                <p:nvPr userDrawn="1"/>
              </p:nvSpPr>
              <p:spPr>
                <a:xfrm>
                  <a:off x="1828800" y="3396342"/>
                  <a:ext cx="42062400" cy="182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836A0E6C-3315-9A2F-1652-87AE4BE9D274}"/>
                    </a:ext>
                  </a:extLst>
                </p:cNvPr>
                <p:cNvSpPr/>
                <p:nvPr userDrawn="1"/>
              </p:nvSpPr>
              <p:spPr>
                <a:xfrm>
                  <a:off x="0" y="2481942"/>
                  <a:ext cx="3657600" cy="3657600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7000">
                      <a:schemeClr val="bg1"/>
                    </a:gs>
                    <a:gs pos="6000">
                      <a:schemeClr val="accent1">
                        <a:lumMod val="97000"/>
                        <a:lumOff val="3000"/>
                      </a:schemeClr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0662F7C-DE5A-2815-154B-124E003CD5FE}"/>
                  </a:ext>
                </a:extLst>
              </p:cNvPr>
              <p:cNvSpPr/>
              <p:nvPr userDrawn="1"/>
            </p:nvSpPr>
            <p:spPr>
              <a:xfrm>
                <a:off x="43760231" y="5165885"/>
                <a:ext cx="238125" cy="1800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DEBE611-276C-506E-EDEC-5B88788BFF99}"/>
                </a:ext>
              </a:extLst>
            </p:cNvPr>
            <p:cNvSpPr/>
            <p:nvPr/>
          </p:nvSpPr>
          <p:spPr>
            <a:xfrm>
              <a:off x="3398042" y="5574350"/>
              <a:ext cx="404814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064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55630BA-F94B-26C4-C8ED-912CDC2CB421}"/>
              </a:ext>
            </a:extLst>
          </p:cNvPr>
          <p:cNvGrpSpPr/>
          <p:nvPr/>
        </p:nvGrpSpPr>
        <p:grpSpPr>
          <a:xfrm>
            <a:off x="0" y="485143"/>
            <a:ext cx="44805600" cy="3657600"/>
            <a:chOff x="0" y="4234183"/>
            <a:chExt cx="44805600" cy="36576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B46568E-25BE-B796-F6B8-0E865A102765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800DEBC-BBD0-2AC1-E030-C4E47FA9B2BC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5BB861D-0B98-7C4D-810C-BC0437E9ABC5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49000">
                    <a:schemeClr val="bg1"/>
                  </a:gs>
                  <a:gs pos="47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B593777-A798-81B1-8E85-F2E3BC3C592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7629BB-936C-AB10-2F8E-0E4CB18A13E2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E50EF5-EC2A-1F79-EE70-C76382C030F9}"/>
              </a:ext>
            </a:extLst>
          </p:cNvPr>
          <p:cNvGrpSpPr/>
          <p:nvPr/>
        </p:nvGrpSpPr>
        <p:grpSpPr>
          <a:xfrm>
            <a:off x="0" y="4741338"/>
            <a:ext cx="44805600" cy="3657600"/>
            <a:chOff x="0" y="4234183"/>
            <a:chExt cx="44805600" cy="36576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62406D-ECB5-73A3-7B51-222AFB0E2A9F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8FBA380-B604-196B-6129-64B244F01317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D0552B2-DD50-E564-195B-B089D976CB3E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54000">
                    <a:schemeClr val="bg1"/>
                  </a:gs>
                  <a:gs pos="52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E94FDF6-4D56-3145-C850-76A04E438C0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6C06B7-4AF5-0BA4-8074-829606CA5289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68F004-EB52-4A89-56CE-A378DFFF5A31}"/>
              </a:ext>
            </a:extLst>
          </p:cNvPr>
          <p:cNvGrpSpPr/>
          <p:nvPr/>
        </p:nvGrpSpPr>
        <p:grpSpPr>
          <a:xfrm>
            <a:off x="0" y="8997533"/>
            <a:ext cx="44805600" cy="3657600"/>
            <a:chOff x="0" y="4234183"/>
            <a:chExt cx="44805600" cy="36576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BD5E18-E789-3240-7312-B46D87636177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35F9EF1-DFDC-B676-C748-7D15280517DF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C574C04-3ABF-4516-B398-CAE36F74202B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bg1"/>
                  </a:gs>
                  <a:gs pos="5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4A79467-6B57-4E65-4514-FAB73BD019E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3ACBFE-143A-3D7B-C1F0-847DC8E8EF0F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971A02-C198-5BF6-CB32-39B9BFAB2B14}"/>
              </a:ext>
            </a:extLst>
          </p:cNvPr>
          <p:cNvGrpSpPr/>
          <p:nvPr/>
        </p:nvGrpSpPr>
        <p:grpSpPr>
          <a:xfrm>
            <a:off x="0" y="13253728"/>
            <a:ext cx="44805600" cy="3657600"/>
            <a:chOff x="0" y="4234183"/>
            <a:chExt cx="44805600" cy="36576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00A6DFF-C07D-251A-3AA2-350B4D5B5439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17C5F61-9530-F0F9-2CF5-A4E369175AB8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898F486-EA94-4FB2-3AA8-29BCE8FA0A18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5000">
                    <a:schemeClr val="bg1"/>
                  </a:gs>
                  <a:gs pos="63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04B3CE0-6EB4-9E42-75CD-EB068397E006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DAACD0-0FD5-0F05-F0B6-D862688F6195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7D7FF6D-7657-0A68-4EEE-7931552051DE}"/>
              </a:ext>
            </a:extLst>
          </p:cNvPr>
          <p:cNvGrpSpPr/>
          <p:nvPr/>
        </p:nvGrpSpPr>
        <p:grpSpPr>
          <a:xfrm>
            <a:off x="0" y="17509923"/>
            <a:ext cx="44805600" cy="3657600"/>
            <a:chOff x="0" y="4234183"/>
            <a:chExt cx="44805600" cy="365760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7C37E7D-C03D-2068-A727-D5CAD935363F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234BD13-DA22-BBE5-5C81-55B1F1D907DF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B05970C-C745-D447-B53D-CE1B683A870A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71000">
                    <a:schemeClr val="bg1"/>
                  </a:gs>
                  <a:gs pos="69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93D0F5F-31B2-D11E-9D07-7A0A86BF36D8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D5600D0-9F24-B32F-0D0B-19E0D6969D14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425315E-C55B-278D-BBE0-F6D05F5FBEAB}"/>
              </a:ext>
            </a:extLst>
          </p:cNvPr>
          <p:cNvGrpSpPr/>
          <p:nvPr/>
        </p:nvGrpSpPr>
        <p:grpSpPr>
          <a:xfrm>
            <a:off x="0" y="21766118"/>
            <a:ext cx="44805600" cy="3657600"/>
            <a:chOff x="0" y="4234183"/>
            <a:chExt cx="44805600" cy="36576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8239429-7F39-EFAC-823A-70EE70C859EE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27DA534-0F4C-8D0B-F7AF-135D635E21D3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26705FA-D28A-F036-28E5-1E76D144F8B5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76000">
                    <a:schemeClr val="bg1"/>
                  </a:gs>
                  <a:gs pos="74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40AF030-80A8-738B-8B99-CCF2B2D242CF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D2C840C-A975-62A3-12AB-DD2512A45B2A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8DF7F8-CD13-B627-1384-2FA1C5EB8920}"/>
              </a:ext>
            </a:extLst>
          </p:cNvPr>
          <p:cNvGrpSpPr/>
          <p:nvPr/>
        </p:nvGrpSpPr>
        <p:grpSpPr>
          <a:xfrm>
            <a:off x="0" y="26022313"/>
            <a:ext cx="44805600" cy="3657600"/>
            <a:chOff x="0" y="4234183"/>
            <a:chExt cx="44805600" cy="36576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DB83547-4C37-B118-4863-BE6292146C4B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D50C4D9-6DAB-45EC-1344-30A4FB3EAA3B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7EDC5FA-53D4-86D2-0146-54126A1965F8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82000">
                    <a:schemeClr val="bg1"/>
                  </a:gs>
                  <a:gs pos="80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8F3D18F-6D10-DF9D-B639-A5250E17DCF7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58356B-A80F-679E-BE6A-2380CD550DB5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0F5C401-91F5-E5B5-73A5-9BDE21BE7501}"/>
              </a:ext>
            </a:extLst>
          </p:cNvPr>
          <p:cNvGrpSpPr/>
          <p:nvPr/>
        </p:nvGrpSpPr>
        <p:grpSpPr>
          <a:xfrm>
            <a:off x="0" y="30278508"/>
            <a:ext cx="44805600" cy="3657600"/>
            <a:chOff x="0" y="4234183"/>
            <a:chExt cx="44805600" cy="365760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63E9E7D-F157-E36C-71E7-2A836DECDC55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6240FE1-BA1F-01B0-CDF7-979E75D4D6F0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657DECA-E315-29BB-EEC1-02F8C9106B61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86000">
                    <a:schemeClr val="bg1"/>
                  </a:gs>
                  <a:gs pos="85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D55D306-DAED-8BED-6432-37CDC1FEDFE3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B00F692-2776-1B10-D8F6-7F1E7C53D4A3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DC4D6B-07D8-0F2B-22E4-A23263546F34}"/>
              </a:ext>
            </a:extLst>
          </p:cNvPr>
          <p:cNvGrpSpPr/>
          <p:nvPr/>
        </p:nvGrpSpPr>
        <p:grpSpPr>
          <a:xfrm>
            <a:off x="0" y="34534703"/>
            <a:ext cx="44805600" cy="3657600"/>
            <a:chOff x="0" y="4234183"/>
            <a:chExt cx="44805600" cy="36576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A03007F-A863-9F38-C197-320A96AE7144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D650B73-B23D-1355-B73C-AD67F5B89BBD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C63AC39-08F0-41EE-365A-73C8154BA51F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2000">
                    <a:schemeClr val="bg1"/>
                  </a:gs>
                  <a:gs pos="90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1077030-7E8F-AFD3-E702-30EC5246C262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F11E7C1-9062-9912-5CA1-59C4B77B2FC0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52630C-38D6-E994-CDBE-CD55EDBC41AE}"/>
              </a:ext>
            </a:extLst>
          </p:cNvPr>
          <p:cNvSpPr txBox="1"/>
          <p:nvPr/>
        </p:nvSpPr>
        <p:spPr>
          <a:xfrm>
            <a:off x="45589031" y="1205947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50%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D882A-F73D-EFFB-326F-4E278B470E96}"/>
              </a:ext>
            </a:extLst>
          </p:cNvPr>
          <p:cNvSpPr txBox="1"/>
          <p:nvPr/>
        </p:nvSpPr>
        <p:spPr>
          <a:xfrm>
            <a:off x="45720000" y="5462142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55%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189A5-515B-9D3E-E82D-4E4A95B7147E}"/>
              </a:ext>
            </a:extLst>
          </p:cNvPr>
          <p:cNvSpPr txBox="1"/>
          <p:nvPr/>
        </p:nvSpPr>
        <p:spPr>
          <a:xfrm>
            <a:off x="45720000" y="9718337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60%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2D1BD-70EE-5838-2344-623A5EA9BF47}"/>
              </a:ext>
            </a:extLst>
          </p:cNvPr>
          <p:cNvSpPr txBox="1"/>
          <p:nvPr/>
        </p:nvSpPr>
        <p:spPr>
          <a:xfrm>
            <a:off x="45458062" y="13974898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65%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885B9-1417-9C6A-0C38-41C148EC84E5}"/>
              </a:ext>
            </a:extLst>
          </p:cNvPr>
          <p:cNvSpPr txBox="1"/>
          <p:nvPr/>
        </p:nvSpPr>
        <p:spPr>
          <a:xfrm>
            <a:off x="45589031" y="18231093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70%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97944-A38A-E9ED-054B-B5282A48166D}"/>
              </a:ext>
            </a:extLst>
          </p:cNvPr>
          <p:cNvSpPr txBox="1"/>
          <p:nvPr/>
        </p:nvSpPr>
        <p:spPr>
          <a:xfrm>
            <a:off x="45667613" y="22487288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75%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F463E5-E834-BFB0-8A53-869784B0E5E2}"/>
              </a:ext>
            </a:extLst>
          </p:cNvPr>
          <p:cNvSpPr txBox="1"/>
          <p:nvPr/>
        </p:nvSpPr>
        <p:spPr>
          <a:xfrm>
            <a:off x="45667613" y="26743483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80%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27B92E-90C2-5D23-8FC5-430AB032B604}"/>
              </a:ext>
            </a:extLst>
          </p:cNvPr>
          <p:cNvSpPr txBox="1"/>
          <p:nvPr/>
        </p:nvSpPr>
        <p:spPr>
          <a:xfrm>
            <a:off x="45405675" y="31000044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85%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AB2138-61F3-FCA4-4A81-278D37147D72}"/>
              </a:ext>
            </a:extLst>
          </p:cNvPr>
          <p:cNvSpPr txBox="1"/>
          <p:nvPr/>
        </p:nvSpPr>
        <p:spPr>
          <a:xfrm>
            <a:off x="45536644" y="35256239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90%</a:t>
            </a:r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DE23468-1753-EC8B-CE8B-EF2D711107AB}"/>
              </a:ext>
            </a:extLst>
          </p:cNvPr>
          <p:cNvGrpSpPr/>
          <p:nvPr/>
        </p:nvGrpSpPr>
        <p:grpSpPr>
          <a:xfrm>
            <a:off x="-78582" y="38790898"/>
            <a:ext cx="44805600" cy="3657600"/>
            <a:chOff x="0" y="4234183"/>
            <a:chExt cx="44805600" cy="365760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E741D12-3E98-66D1-8E7D-CB9629686108}"/>
                </a:ext>
              </a:extLst>
            </p:cNvPr>
            <p:cNvGrpSpPr/>
            <p:nvPr userDrawn="1"/>
          </p:nvGrpSpPr>
          <p:grpSpPr>
            <a:xfrm>
              <a:off x="0" y="4234183"/>
              <a:ext cx="44805600" cy="3657600"/>
              <a:chOff x="0" y="2481942"/>
              <a:chExt cx="44805600" cy="3657600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FA5F2040-0467-6B87-6FE0-85D2B14A04CA}"/>
                  </a:ext>
                </a:extLst>
              </p:cNvPr>
              <p:cNvSpPr/>
              <p:nvPr userDrawn="1"/>
            </p:nvSpPr>
            <p:spPr>
              <a:xfrm>
                <a:off x="42976800" y="3396342"/>
                <a:ext cx="1828800" cy="18288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4888BF9-3307-411B-6E9D-B5FFEA13D4F2}"/>
                  </a:ext>
                </a:extLst>
              </p:cNvPr>
              <p:cNvSpPr/>
              <p:nvPr userDrawn="1"/>
            </p:nvSpPr>
            <p:spPr>
              <a:xfrm>
                <a:off x="1828800" y="3396342"/>
                <a:ext cx="42062400" cy="1828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8000">
                    <a:schemeClr val="bg1"/>
                  </a:gs>
                  <a:gs pos="96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2D43899-73FB-E458-5D2F-A69FF533C6BD}"/>
                  </a:ext>
                </a:extLst>
              </p:cNvPr>
              <p:cNvSpPr/>
              <p:nvPr userDrawn="1"/>
            </p:nvSpPr>
            <p:spPr>
              <a:xfrm>
                <a:off x="0" y="2481942"/>
                <a:ext cx="3657600" cy="3657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FF00921-B83A-A2A5-62CA-EB9955FCEA66}"/>
                </a:ext>
              </a:extLst>
            </p:cNvPr>
            <p:cNvSpPr/>
            <p:nvPr userDrawn="1"/>
          </p:nvSpPr>
          <p:spPr>
            <a:xfrm>
              <a:off x="43760231" y="5165885"/>
              <a:ext cx="238125" cy="1800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13DFB76-A84D-A5F1-7AA5-D88B34CA8AD0}"/>
              </a:ext>
            </a:extLst>
          </p:cNvPr>
          <p:cNvGrpSpPr/>
          <p:nvPr userDrawn="1"/>
        </p:nvGrpSpPr>
        <p:grpSpPr>
          <a:xfrm>
            <a:off x="-78582" y="43047093"/>
            <a:ext cx="44805600" cy="3657600"/>
            <a:chOff x="0" y="2481942"/>
            <a:chExt cx="44805600" cy="36576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46D6658-7795-AF2C-2683-E9D1A957B542}"/>
                </a:ext>
              </a:extLst>
            </p:cNvPr>
            <p:cNvSpPr/>
            <p:nvPr userDrawn="1"/>
          </p:nvSpPr>
          <p:spPr>
            <a:xfrm>
              <a:off x="42976800" y="3396342"/>
              <a:ext cx="1828800" cy="1828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E1AD67-97BE-4BE4-EEE2-1D6EBA403670}"/>
                </a:ext>
              </a:extLst>
            </p:cNvPr>
            <p:cNvSpPr/>
            <p:nvPr userDrawn="1"/>
          </p:nvSpPr>
          <p:spPr>
            <a:xfrm>
              <a:off x="1828800" y="3396342"/>
              <a:ext cx="42062400" cy="182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23FB3EE-6FBF-9BF8-69EB-FC4C14CE3011}"/>
                </a:ext>
              </a:extLst>
            </p:cNvPr>
            <p:cNvSpPr/>
            <p:nvPr userDrawn="1"/>
          </p:nvSpPr>
          <p:spPr>
            <a:xfrm>
              <a:off x="0" y="2481942"/>
              <a:ext cx="3657600" cy="3657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1C343E39-FB04-3B82-197B-476257118F73}"/>
              </a:ext>
            </a:extLst>
          </p:cNvPr>
          <p:cNvSpPr txBox="1"/>
          <p:nvPr/>
        </p:nvSpPr>
        <p:spPr>
          <a:xfrm>
            <a:off x="45327093" y="39512434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95%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15AFB4-3801-F01E-0088-AC3ECE09394A}"/>
              </a:ext>
            </a:extLst>
          </p:cNvPr>
          <p:cNvSpPr txBox="1"/>
          <p:nvPr/>
        </p:nvSpPr>
        <p:spPr>
          <a:xfrm>
            <a:off x="45458062" y="43768629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98%</a:t>
            </a:r>
            <a:endParaRPr lang="en-US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DB58BC4-72B6-7274-3457-CC6BDB9FD8E0}"/>
              </a:ext>
            </a:extLst>
          </p:cNvPr>
          <p:cNvGrpSpPr/>
          <p:nvPr userDrawn="1"/>
        </p:nvGrpSpPr>
        <p:grpSpPr>
          <a:xfrm>
            <a:off x="-209551" y="47303288"/>
            <a:ext cx="44805600" cy="3657600"/>
            <a:chOff x="0" y="2481942"/>
            <a:chExt cx="44805600" cy="36576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3C9C77B-E316-B95C-320E-5727BB394B1B}"/>
                </a:ext>
              </a:extLst>
            </p:cNvPr>
            <p:cNvSpPr/>
            <p:nvPr userDrawn="1"/>
          </p:nvSpPr>
          <p:spPr>
            <a:xfrm>
              <a:off x="42976800" y="3396342"/>
              <a:ext cx="1828800" cy="182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AEF3B46-6D7E-A867-7D14-25A8EAF9905E}"/>
                </a:ext>
              </a:extLst>
            </p:cNvPr>
            <p:cNvSpPr/>
            <p:nvPr/>
          </p:nvSpPr>
          <p:spPr>
            <a:xfrm>
              <a:off x="1828800" y="3396342"/>
              <a:ext cx="42062400" cy="182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6E4456A-615E-8349-45A7-F94512DA130E}"/>
                </a:ext>
              </a:extLst>
            </p:cNvPr>
            <p:cNvSpPr/>
            <p:nvPr userDrawn="1"/>
          </p:nvSpPr>
          <p:spPr>
            <a:xfrm>
              <a:off x="0" y="2481942"/>
              <a:ext cx="3657600" cy="3657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7777C3D-A648-F321-541E-89CCD80CE2CF}"/>
              </a:ext>
            </a:extLst>
          </p:cNvPr>
          <p:cNvSpPr txBox="1"/>
          <p:nvPr/>
        </p:nvSpPr>
        <p:spPr>
          <a:xfrm>
            <a:off x="45327093" y="48024824"/>
            <a:ext cx="42362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100%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54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48</Words>
  <Application>Microsoft Office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4</cp:revision>
  <dcterms:created xsi:type="dcterms:W3CDTF">2022-11-27T06:02:45Z</dcterms:created>
  <dcterms:modified xsi:type="dcterms:W3CDTF">2022-11-27T08:25:10Z</dcterms:modified>
</cp:coreProperties>
</file>