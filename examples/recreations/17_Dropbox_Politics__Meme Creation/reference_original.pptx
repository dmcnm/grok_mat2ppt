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44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DD0B-F32B-4AB0-8256-A7C7DC65D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01465-B539-42B6-8E78-77A368BD0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67BD-3346-45E2-98C6-D147C5C4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F56CB-D8F1-4CC2-BEC3-A54465A5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60844-616B-4466-9361-191397E4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3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9AC1-52A1-4D43-934A-4E345501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B625-DD35-465F-A8A1-1A280A632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14F90-DADE-4B57-9A09-3DCA32A2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89374-CC78-4A34-8664-4B5551BC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147E-F167-469D-B187-B0A42E6A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5143-DA60-43DD-82D7-67D0C17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FB4E8-CF2E-42C1-97D9-81234A6DF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DEBDE-2FB3-44F6-9F50-955A2D14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6984-19C6-4A1E-B33B-201638CF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721FE-44EA-4C5B-9AFA-A3977352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0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CD95-767B-47A8-9CF1-1CF67D04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2E40-EAFD-4CCC-9D93-65A2CAD6F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B2169-0EBF-4A2C-A1A6-21E7818C2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147C8-C25A-40A3-9FB0-6BCCB675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649D8-B8FD-4A90-8981-00CF9582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AB9BD-67B2-4011-AC9E-ECC8CC05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A71-437E-4E74-B52C-07C9457B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5C7F5-6DAC-4149-AEE6-ED45653B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A7428-1992-4BBC-9C16-9A89583E9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25C98-89BE-40DD-A1ED-A3FEA4C1B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DDBA2-8152-4868-B773-D72744AD1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D1FCF-96F5-44FB-8D2C-358CACFF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3BA9B-3248-402B-8432-5DEF7A60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FF18F-316A-49FD-BC01-56B50B8B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6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DC5A-DA25-460A-AE0B-E827AAB5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5C01A-332E-4C91-A7D7-7CBE0035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69318-9848-48DA-9A94-FA6C3D9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1E453-4ECE-43DF-BCD5-8C94B921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0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B59EC-C10A-48BC-A035-447953BA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63302-8728-4C0A-BB21-18A7852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EC09-E904-47FD-A76D-EAACE525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1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5A5F-6464-4B7F-8495-6922B491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1678-9FD2-4F18-B1B5-404591C24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5CE02-54F7-4957-B308-8815D49B8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EBA1C-8BDD-4D57-830F-DAA5824B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BD236-1DAD-4644-96DE-6DF44B3A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7B3B6-65E2-424A-91BE-DFDB454D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9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C7F8-AC95-4F6F-8F1A-28EC92C6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8728B-755C-4964-B1D8-FE9034DDD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F14C7-16FE-4504-B2BA-B67E5B802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2E21C-468C-4CE7-8F37-EBF012E7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21871-82A9-4331-B4F5-8016E023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AD027-B20B-499B-955F-1BA72823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B2F7-0191-4DAB-BC51-B962232B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E10DB-449B-470C-BD7D-D163D9E23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56985-D415-4153-B092-76D71185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A81C-5DAF-42E5-895B-86383C9D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EF20-2552-4472-B213-EE64FA2F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6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18412-A76F-4046-8814-726F3D761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7541D-27C1-4AF3-8BDC-7DFA9099F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5D69-7544-4828-9F2C-C7B25D21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121E4-2DA9-47FF-AD9E-4AF2D75E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58F8-A2B6-4230-A33C-F08BC98C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6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1E7FC-7CBE-4058-8E97-1324FCC9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F9BC8-CFB0-483B-8393-E7E0FF85B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7D3DB-B8C3-44DE-AB2B-97832B923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6E444-CAAB-4AE3-85EB-90FBD0D17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79C86-EFA3-4E34-AACD-90685795C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7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E085FD8-687E-42E5-BBAE-B4EF18A7769E}"/>
              </a:ext>
            </a:extLst>
          </p:cNvPr>
          <p:cNvGrpSpPr/>
          <p:nvPr/>
        </p:nvGrpSpPr>
        <p:grpSpPr>
          <a:xfrm>
            <a:off x="638176" y="633774"/>
            <a:ext cx="8006204" cy="6170916"/>
            <a:chOff x="638176" y="633774"/>
            <a:chExt cx="8006204" cy="617091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B9FC21D-32EB-4BF5-92A6-043E9C9290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8176" y="1061844"/>
              <a:ext cx="8006204" cy="5742846"/>
              <a:chOff x="638175" y="309372"/>
              <a:chExt cx="9029701" cy="6477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C40FAEF-548F-41BB-BB9E-CC1F4619A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8175" y="309372"/>
                <a:ext cx="4514850" cy="64770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FCBEEB7-C65D-4535-8673-D13FB1ABC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3025" y="309372"/>
                <a:ext cx="4514851" cy="6456362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4E759F-2586-48BE-A3E2-A1545227213B}"/>
                </a:ext>
              </a:extLst>
            </p:cNvPr>
            <p:cNvGrpSpPr/>
            <p:nvPr/>
          </p:nvGrpSpPr>
          <p:grpSpPr>
            <a:xfrm>
              <a:off x="1050663" y="633774"/>
              <a:ext cx="3132546" cy="400110"/>
              <a:chOff x="638176" y="518474"/>
              <a:chExt cx="3132546" cy="40011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626049-887C-418A-9C9C-A5CC515E0C1E}"/>
                  </a:ext>
                </a:extLst>
              </p:cNvPr>
              <p:cNvSpPr txBox="1"/>
              <p:nvPr/>
            </p:nvSpPr>
            <p:spPr>
              <a:xfrm>
                <a:off x="638176" y="518474"/>
                <a:ext cx="31325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  <a:latin typeface="Abadi" panose="020B0604020104020204" pitchFamily="34" charset="0"/>
                  </a:rPr>
                  <a:t>What they studied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DC3C93D-D445-4E85-8E2B-8C6DE6EDDBF9}"/>
                  </a:ext>
                </a:extLst>
              </p:cNvPr>
              <p:cNvGrpSpPr/>
              <p:nvPr/>
            </p:nvGrpSpPr>
            <p:grpSpPr>
              <a:xfrm>
                <a:off x="2815042" y="590104"/>
                <a:ext cx="840772" cy="254524"/>
                <a:chOff x="2815042" y="590104"/>
                <a:chExt cx="840772" cy="254524"/>
              </a:xfrm>
            </p:grpSpPr>
            <p:sp>
              <p:nvSpPr>
                <p:cNvPr id="10" name="Arrow: Down 9">
                  <a:extLst>
                    <a:ext uri="{FF2B5EF4-FFF2-40B4-BE49-F238E27FC236}">
                      <a16:creationId xmlns:a16="http://schemas.microsoft.com/office/drawing/2014/main" id="{BD5C308A-0904-4719-AE7F-77778D0D1FFD}"/>
                    </a:ext>
                  </a:extLst>
                </p:cNvPr>
                <p:cNvSpPr/>
                <p:nvPr/>
              </p:nvSpPr>
              <p:spPr>
                <a:xfrm>
                  <a:off x="2815042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Arrow: Down 10">
                  <a:extLst>
                    <a:ext uri="{FF2B5EF4-FFF2-40B4-BE49-F238E27FC236}">
                      <a16:creationId xmlns:a16="http://schemas.microsoft.com/office/drawing/2014/main" id="{C94C73A3-926E-483A-8BD3-B758E50CD931}"/>
                    </a:ext>
                  </a:extLst>
                </p:cNvPr>
                <p:cNvSpPr/>
                <p:nvPr/>
              </p:nvSpPr>
              <p:spPr>
                <a:xfrm>
                  <a:off x="3112880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Arrow: Down 11">
                  <a:extLst>
                    <a:ext uri="{FF2B5EF4-FFF2-40B4-BE49-F238E27FC236}">
                      <a16:creationId xmlns:a16="http://schemas.microsoft.com/office/drawing/2014/main" id="{A7E2D386-1AC7-48C1-B14D-DAF58F9F1F7D}"/>
                    </a:ext>
                  </a:extLst>
                </p:cNvPr>
                <p:cNvSpPr/>
                <p:nvPr/>
              </p:nvSpPr>
              <p:spPr>
                <a:xfrm>
                  <a:off x="3410717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B28B4F9-EBB7-4694-A44C-235304E49692}"/>
                </a:ext>
              </a:extLst>
            </p:cNvPr>
            <p:cNvGrpSpPr/>
            <p:nvPr/>
          </p:nvGrpSpPr>
          <p:grpSpPr>
            <a:xfrm>
              <a:off x="5123883" y="634937"/>
              <a:ext cx="2091969" cy="400110"/>
              <a:chOff x="1233903" y="518474"/>
              <a:chExt cx="2091969" cy="40011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D1961B-D673-40AA-9177-3FAB5D44BC74}"/>
                  </a:ext>
                </a:extLst>
              </p:cNvPr>
              <p:cNvSpPr txBox="1"/>
              <p:nvPr/>
            </p:nvSpPr>
            <p:spPr>
              <a:xfrm>
                <a:off x="1233903" y="518474"/>
                <a:ext cx="12769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  <a:latin typeface="Abadi" panose="020B0604020104020204" pitchFamily="34" charset="0"/>
                  </a:rPr>
                  <a:t>The exam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34A923E-AC77-4A2D-A95C-864BB1234FF9}"/>
                  </a:ext>
                </a:extLst>
              </p:cNvPr>
              <p:cNvGrpSpPr/>
              <p:nvPr/>
            </p:nvGrpSpPr>
            <p:grpSpPr>
              <a:xfrm>
                <a:off x="2485100" y="590104"/>
                <a:ext cx="840772" cy="254524"/>
                <a:chOff x="2485100" y="590104"/>
                <a:chExt cx="840772" cy="254524"/>
              </a:xfrm>
            </p:grpSpPr>
            <p:sp>
              <p:nvSpPr>
                <p:cNvPr id="18" name="Arrow: Down 17">
                  <a:extLst>
                    <a:ext uri="{FF2B5EF4-FFF2-40B4-BE49-F238E27FC236}">
                      <a16:creationId xmlns:a16="http://schemas.microsoft.com/office/drawing/2014/main" id="{F516F96C-3655-444B-BE05-CC88B6E68E88}"/>
                    </a:ext>
                  </a:extLst>
                </p:cNvPr>
                <p:cNvSpPr/>
                <p:nvPr/>
              </p:nvSpPr>
              <p:spPr>
                <a:xfrm>
                  <a:off x="2485100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Arrow: Down 18">
                  <a:extLst>
                    <a:ext uri="{FF2B5EF4-FFF2-40B4-BE49-F238E27FC236}">
                      <a16:creationId xmlns:a16="http://schemas.microsoft.com/office/drawing/2014/main" id="{FBAF476C-B7E9-4D8F-AFEA-0336C068B458}"/>
                    </a:ext>
                  </a:extLst>
                </p:cNvPr>
                <p:cNvSpPr/>
                <p:nvPr/>
              </p:nvSpPr>
              <p:spPr>
                <a:xfrm>
                  <a:off x="2782938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Arrow: Down 19">
                  <a:extLst>
                    <a:ext uri="{FF2B5EF4-FFF2-40B4-BE49-F238E27FC236}">
                      <a16:creationId xmlns:a16="http://schemas.microsoft.com/office/drawing/2014/main" id="{FE563255-73EF-4467-A150-0303347B9690}"/>
                    </a:ext>
                  </a:extLst>
                </p:cNvPr>
                <p:cNvSpPr/>
                <p:nvPr/>
              </p:nvSpPr>
              <p:spPr>
                <a:xfrm>
                  <a:off x="3080775" y="590104"/>
                  <a:ext cx="245097" cy="25452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8734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1</cp:revision>
  <dcterms:created xsi:type="dcterms:W3CDTF">2021-08-15T03:59:32Z</dcterms:created>
  <dcterms:modified xsi:type="dcterms:W3CDTF">2021-08-15T04:47:26Z</dcterms:modified>
</cp:coreProperties>
</file>