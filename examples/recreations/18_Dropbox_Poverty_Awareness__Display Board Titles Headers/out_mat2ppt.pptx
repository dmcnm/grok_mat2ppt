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6" r:id="rId10"/>
    <p:sldId id="257" r:id="rId11"/>
    <p:sldId id="258" r:id="rId12"/>
  </p:sldIdLst>
  <p:sldSz cx="9144000" cy="6858000" type="screen4x3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>
    <p:restoredLeft sz="15620"/>
    <p:restoredTop sz="94660"/>
  </p:normalViewPr>
  <p:slideViewPr>
    <p:cSldViewPr>
      <p:cViewPr varScale="1">
        <p:scale>
          <a:sx n="76" d="100"/>
          <a:sy n="76" d="100"/>
        </p:scale>
        <p:origin x="-1162" y="-8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1F114B58-2238-4F3F-92DD-85FFB84F91E6}" type="datetimeFigureOut">
              <a:rPr lang="en-US" smtClean="0"/>
              <a:t>12/13/2008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81100" y="696913"/>
            <a:ext cx="4648200" cy="3486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vert="horz" lIns="93177" tIns="46589" rIns="93177" bIns="46589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AB160034-232D-4C35-AC1F-281A0D338D39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74306-02AE-426A-AAED-848208576C7F}" type="datetimeFigureOut">
              <a:rPr lang="en-US" smtClean="0"/>
              <a:t>12/13/2008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EFCB8-7653-4C48-8D1B-3C032576C0E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74306-02AE-426A-AAED-848208576C7F}" type="datetimeFigureOut">
              <a:rPr lang="en-US" smtClean="0"/>
              <a:t>12/13/2008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EFCB8-7653-4C48-8D1B-3C032576C0E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74306-02AE-426A-AAED-848208576C7F}" type="datetimeFigureOut">
              <a:rPr lang="en-US" smtClean="0"/>
              <a:t>12/13/2008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EFCB8-7653-4C48-8D1B-3C032576C0E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74306-02AE-426A-AAED-848208576C7F}" type="datetimeFigureOut">
              <a:rPr lang="en-US" smtClean="0"/>
              <a:t>12/13/2008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EFCB8-7653-4C48-8D1B-3C032576C0E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74306-02AE-426A-AAED-848208576C7F}" type="datetimeFigureOut">
              <a:rPr lang="en-US" smtClean="0"/>
              <a:t>12/13/2008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EFCB8-7653-4C48-8D1B-3C032576C0E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74306-02AE-426A-AAED-848208576C7F}" type="datetimeFigureOut">
              <a:rPr lang="en-US" smtClean="0"/>
              <a:t>12/13/2008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EFCB8-7653-4C48-8D1B-3C032576C0E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74306-02AE-426A-AAED-848208576C7F}" type="datetimeFigureOut">
              <a:rPr lang="en-US" smtClean="0"/>
              <a:t>12/13/2008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EFCB8-7653-4C48-8D1B-3C032576C0E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74306-02AE-426A-AAED-848208576C7F}" type="datetimeFigureOut">
              <a:rPr lang="en-US" smtClean="0"/>
              <a:t>12/13/2008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EFCB8-7653-4C48-8D1B-3C032576C0E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74306-02AE-426A-AAED-848208576C7F}" type="datetimeFigureOut">
              <a:rPr lang="en-US" smtClean="0"/>
              <a:t>12/13/2008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EFCB8-7653-4C48-8D1B-3C032576C0E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74306-02AE-426A-AAED-848208576C7F}" type="datetimeFigureOut">
              <a:rPr lang="en-US" smtClean="0"/>
              <a:t>12/13/2008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EFCB8-7653-4C48-8D1B-3C032576C0E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74306-02AE-426A-AAED-848208576C7F}" type="datetimeFigureOut">
              <a:rPr lang="en-US" smtClean="0"/>
              <a:t>12/13/2008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EFCB8-7653-4C48-8D1B-3C032576C0E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574306-02AE-426A-AAED-848208576C7F}" type="datetimeFigureOut">
              <a:rPr lang="en-US" smtClean="0"/>
              <a:t>12/13/2008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2EFCB8-7653-4C48-8D1B-3C032576C0E2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type="obj" idx="1"/>
          </p:nvPr>
        </p:nvSpPr>
        <p:spPr>
          <a:xfrm>
            <a:off x="457200" y="1600200"/>
            <a:ext cx="8229600" cy="533370"/>
          </a:xfrm>
        </p:spPr>
        <p:txBody>
          <a:bodyPr wrap="square">
            <a:normAutofit lnSpcReduction="10000"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28600" y="2057400"/>
            <a:ext cx="8762969" cy="11695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7000" b="1" cap="none"/>
              <a:t>A Few Children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3429000"/>
            <a:ext cx="8762969" cy="11695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7000" b="1" cap="none"/>
              <a:t>Sponsored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4724430"/>
            <a:ext cx="8762969" cy="11695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7000" b="1" cap="none"/>
              <a:t>By Parish Members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type="obj" idx="1"/>
          </p:nvPr>
        </p:nvSpPr>
        <p:spPr>
          <a:xfrm>
            <a:off x="457200" y="1600200"/>
            <a:ext cx="8229600" cy="533370"/>
          </a:xfrm>
        </p:spPr>
        <p:txBody>
          <a:bodyPr wrap="square">
            <a:normAutofit lnSpcReduction="10000"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52430" y="2057400"/>
            <a:ext cx="8762969" cy="938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5500" b="1" cap="none"/>
              <a:t>A Few Children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3429000"/>
            <a:ext cx="8762969" cy="938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5500" b="1" cap="none"/>
              <a:t>Sponsored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4724430"/>
            <a:ext cx="8762969" cy="938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5500" b="1" cap="none"/>
              <a:t>By Parish Members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type="obj" idx="1"/>
          </p:nvPr>
        </p:nvSpPr>
        <p:spPr>
          <a:xfrm>
            <a:off x="457200" y="1600200"/>
            <a:ext cx="8229600" cy="533370"/>
          </a:xfrm>
        </p:spPr>
        <p:txBody>
          <a:bodyPr wrap="square">
            <a:normAutofit lnSpcReduction="10000"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28600" y="2438430"/>
            <a:ext cx="8762969" cy="938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5500" b="1" cap="none">
                <a:solidFill>
                  <a:srgbClr val="00B050"/>
                  <a:srgbClr val="00B050"/>
                </a:solidFill>
              </a:rPr>
              <a:t>A Brief Look at Poverty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2430" y="3657600"/>
            <a:ext cx="8762969" cy="11695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buNone/>
            </a:pPr>
            <a:r>
              <a:rPr sz="7000" b="1" cap="none">
                <a:solidFill>
                  <a:srgbClr val="00B050"/>
                </a:solidFill>
              </a:rPr>
              <a:t>at Poverty</a:t>
            </a:r>
            <a:r>
              <a:rPr sz="5500" b="1" cap="none">
                <a:solidFill>
                  <a:srgbClr val="00B050"/>
                </a:solidFill>
              </a:rPr>
              <a:t>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2430" y="5105369"/>
            <a:ext cx="8762969" cy="11695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7000" b="1" cap="none">
                <a:solidFill>
                  <a:srgbClr val="00B050"/>
                  <a:srgbClr val="00B050"/>
                </a:solidFill>
              </a:rPr>
              <a:t>A Brief Look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2674</TotalTime>
  <Words>27</Words>
  <Application>Microsoft Office PowerPoint</Application>
  <PresentationFormat>On-screen Show (4:3)</PresentationFormat>
  <Paragraphs>12</Paragraphs>
  <Slides>3</Slides>
  <Notes>3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4" baseType="lpstr">
      <vt:lpstr>Office Theme</vt:lpstr>
      <vt:lpstr>Slide 1</vt:lpstr>
      <vt:lpstr>Slide 2</vt:lpstr>
      <vt:lpstr>Slide 3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 </dc:creator>
  <cp:lastModifiedBy> </cp:lastModifiedBy>
  <cp:revision>2</cp:revision>
  <dcterms:created xsi:type="dcterms:W3CDTF">2008-12-13T21:28:40Z</dcterms:created>
  <dcterms:modified xsi:type="dcterms:W3CDTF">2008-12-15T18:03:15Z</dcterms:modified>
</cp:coreProperties>
</file>