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084"/>
            <a:ext cx="12192000" cy="544901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2673" y="5885103"/>
            <a:ext cx="10986654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One of these is a symbol of scandal and clericalism.  The other is a 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