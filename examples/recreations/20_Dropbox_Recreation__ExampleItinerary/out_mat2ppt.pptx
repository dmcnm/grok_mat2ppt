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-1061992"/>
            <a:ext cx="5715000" cy="90581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90800" y="3276599"/>
            <a:ext cx="5715000" cy="381000"/>
          </a:xfrm>
          <a:prstGeom prst="rect">
            <a:avLst/>
          </a:prstGeom>
        </p:spPr>
      </p:pic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5263" y="1338264"/>
            <a:ext cx="5715000" cy="4257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