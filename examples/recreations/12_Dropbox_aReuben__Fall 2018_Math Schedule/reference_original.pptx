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4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8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6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8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95" y="277586"/>
            <a:ext cx="11106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5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Moog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Coombs,Douglas M</dc:creator>
  <cp:lastModifiedBy>Coombs,Douglas M</cp:lastModifiedBy>
  <cp:revision>1</cp:revision>
  <dcterms:created xsi:type="dcterms:W3CDTF">2018-05-14T18:32:10Z</dcterms:created>
  <dcterms:modified xsi:type="dcterms:W3CDTF">2018-05-14T18:35:00Z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734e1cf3-1d43-4154-b75b-f7733f86a821</vt:lpwstr>
  </property>
  <property fmtid="{D5CDD505-2E9C-101B-9397-08002B2CF9AE}" pid="3" name="techData">
    <vt:lpwstr>No</vt:lpwstr>
  </property>
</Properties>
</file>