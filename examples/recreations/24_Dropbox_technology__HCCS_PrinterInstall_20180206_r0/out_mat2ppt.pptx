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20" y="5525927"/>
            <a:ext cx="1143000" cy="1224229"/>
          </a:xfrm>
          <a:prstGeom prst="rect">
            <a:avLst/>
          </a:prstGeom>
        </p:spPr>
      </p:pic>
      <p:pic>
        <p:nvPicPr>
          <p:cNvPr id="3" name="Picture 2" descr="image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8880" y="139366"/>
            <a:ext cx="1410420" cy="13716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90575" y="1122363"/>
            <a:ext cx="10858499" cy="23876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HCCS Network Printer Installation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Douglas CoombsFebruary 6, 2018, Rev. 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20" y="5525927"/>
            <a:ext cx="1143000" cy="1224229"/>
          </a:xfrm>
          <a:prstGeom prst="rect">
            <a:avLst/>
          </a:prstGeom>
        </p:spPr>
      </p:pic>
      <p:pic>
        <p:nvPicPr>
          <p:cNvPr id="3" name="Picture 2" descr="image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8880" y="139366"/>
            <a:ext cx="1410420" cy="13716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Description of Current PrintersPrinter Installation Instructions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20" y="5525927"/>
            <a:ext cx="1143000" cy="1224229"/>
          </a:xfrm>
          <a:prstGeom prst="rect">
            <a:avLst/>
          </a:prstGeom>
        </p:spPr>
      </p:pic>
      <p:pic>
        <p:nvPicPr>
          <p:cNvPr id="3" name="Picture 2" descr="image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8880" y="139366"/>
            <a:ext cx="1410420" cy="13716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Current Printers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188121" y="1222110"/>
            <a:ext cx="11651454" cy="495485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Teacher’s LoungeColor HP Wireless (Model #): 192.168.1.57HP Color Laserjet 3500: 192.168.1.58Mrs. Teeter’s 1/2nd ClassroomBW: HP Laserjet 4050N: IP Address TBD (ideally 192.168.1.59)Outside Mrs. Sanchez ClassroomBW: HP Laserjet 4100: 192.168.1.97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20" y="5525927"/>
            <a:ext cx="1143000" cy="1224229"/>
          </a:xfrm>
          <a:prstGeom prst="rect">
            <a:avLst/>
          </a:prstGeom>
        </p:spPr>
      </p:pic>
      <p:pic>
        <p:nvPicPr>
          <p:cNvPr id="3" name="Picture 2" descr="image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8880" y="139366"/>
            <a:ext cx="1410420" cy="13716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86137" y="365125"/>
            <a:ext cx="10058400" cy="65955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Installing a Network Printer Using TCP/IP (1/4)</a:t>
            </a:r>
          </a:p>
        </p:txBody>
      </p:sp>
      <p:sp>
        <p:nvSpPr>
          <p:cNvPr id="5" name="Rectangle 4"/>
          <p:cNvSpPr/>
          <p:nvPr/>
        </p:nvSpPr>
        <p:spPr>
          <a:xfrm>
            <a:off x="188121" y="1222110"/>
            <a:ext cx="11651454" cy="495485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Overview of stepsControl Panel -&gt; Devices and printersAdd a printer Add a Local PrinterCreate a New PortSelect Type of Port: Standard TCP/IP PortType IP Address in Hostname or IP address: 192.168.1.##Installing the Printer Driver Add Printer -&gt; Have DiskPrint Test Page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20" y="5525927"/>
            <a:ext cx="1143000" cy="1224229"/>
          </a:xfrm>
          <a:prstGeom prst="rect">
            <a:avLst/>
          </a:prstGeom>
        </p:spPr>
      </p:pic>
      <p:pic>
        <p:nvPicPr>
          <p:cNvPr id="3" name="Picture 2" descr="image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8880" y="139366"/>
            <a:ext cx="1410420" cy="13716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35021" y="365125"/>
            <a:ext cx="10032665" cy="65955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Installing a Network Printer Using TCP/IP (2/4)</a:t>
            </a:r>
          </a:p>
        </p:txBody>
      </p:sp>
      <p:sp>
        <p:nvSpPr>
          <p:cNvPr id="5" name="Rectangle 4"/>
          <p:cNvSpPr/>
          <p:nvPr/>
        </p:nvSpPr>
        <p:spPr>
          <a:xfrm>
            <a:off x="188121" y="1222110"/>
            <a:ext cx="11651454" cy="495485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Control Panel -&gt; Devices and printersAdd a printer Add a Local Printer</a:t>
            </a:r>
          </a:p>
        </p:txBody>
      </p:sp>
      <p:pic>
        <p:nvPicPr>
          <p:cNvPr id="6" name="Picture 5" descr="imag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2569" y="2920610"/>
            <a:ext cx="6390009" cy="424411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306752" y="3566567"/>
            <a:ext cx="647700" cy="20218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20" y="5525927"/>
            <a:ext cx="1143000" cy="1224229"/>
          </a:xfrm>
          <a:prstGeom prst="rect">
            <a:avLst/>
          </a:prstGeom>
        </p:spPr>
      </p:pic>
      <p:pic>
        <p:nvPicPr>
          <p:cNvPr id="3" name="Picture 2" descr="image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8880" y="139366"/>
            <a:ext cx="1410420" cy="13716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35021" y="365125"/>
            <a:ext cx="10090538" cy="65955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Installing a Network Printer Using TCP/IP (3/4)</a:t>
            </a:r>
          </a:p>
        </p:txBody>
      </p:sp>
      <p:sp>
        <p:nvSpPr>
          <p:cNvPr id="5" name="Rectangle 4"/>
          <p:cNvSpPr/>
          <p:nvPr/>
        </p:nvSpPr>
        <p:spPr>
          <a:xfrm>
            <a:off x="188121" y="1222110"/>
            <a:ext cx="11651454" cy="495485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Add a Local PrinterCreate a New PortSelect Type of Port: Standard TCP/IP Port</a:t>
            </a:r>
          </a:p>
        </p:txBody>
      </p:sp>
      <p:pic>
        <p:nvPicPr>
          <p:cNvPr id="6" name="Picture 5" descr="imag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9470" y="2597969"/>
            <a:ext cx="4593021" cy="3364315"/>
          </a:xfrm>
          <a:prstGeom prst="rect">
            <a:avLst/>
          </a:prstGeom>
        </p:spPr>
      </p:pic>
      <p:pic>
        <p:nvPicPr>
          <p:cNvPr id="7" name="Picture 6" descr="image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9564" y="1994356"/>
            <a:ext cx="5417084" cy="3967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20" y="5525927"/>
            <a:ext cx="1143000" cy="1224229"/>
          </a:xfrm>
          <a:prstGeom prst="rect">
            <a:avLst/>
          </a:prstGeom>
        </p:spPr>
      </p:pic>
      <p:pic>
        <p:nvPicPr>
          <p:cNvPr id="3" name="Picture 2" descr="image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8880" y="139366"/>
            <a:ext cx="1410420" cy="13716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35021" y="365125"/>
            <a:ext cx="10021090" cy="65955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Installing a Network Printer Using TCP/IP (4/4)</a:t>
            </a:r>
          </a:p>
        </p:txBody>
      </p:sp>
      <p:sp>
        <p:nvSpPr>
          <p:cNvPr id="5" name="Rectangle 4"/>
          <p:cNvSpPr/>
          <p:nvPr/>
        </p:nvSpPr>
        <p:spPr>
          <a:xfrm>
            <a:off x="188121" y="1222110"/>
            <a:ext cx="11651454" cy="495485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Type IP Address in Hostname or IP address: 192.168.1.##Installing the Printer Driver Add Printer -&gt; Have Disk</a:t>
            </a:r>
          </a:p>
        </p:txBody>
      </p:sp>
      <p:pic>
        <p:nvPicPr>
          <p:cNvPr id="6" name="Picture 5" descr="image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2793" y="2338086"/>
            <a:ext cx="4994305" cy="3658249"/>
          </a:xfrm>
          <a:prstGeom prst="rect">
            <a:avLst/>
          </a:prstGeom>
        </p:spPr>
      </p:pic>
      <p:pic>
        <p:nvPicPr>
          <p:cNvPr id="7" name="Picture 6" descr="image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4113" y="2338086"/>
            <a:ext cx="4994305" cy="365824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0556111" y="5023414"/>
            <a:ext cx="983848" cy="28936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21619" y="3981690"/>
            <a:ext cx="3028709" cy="21252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21618" y="3692323"/>
            <a:ext cx="3028709" cy="19065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