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sldIdLst>
    <p:sldId id="256" r:id="rId25"/>
    <p:sldId id="257" r:id="rId26"/>
    <p:sldId id="258" r:id="rId27"/>
    <p:sldId id="259" r:id="rId28"/>
    <p:sldId id="260" r:id="rId29"/>
    <p:sldId id="261" r:id="rId30"/>
    <p:sldId id="262" r:id="rId31"/>
  </p:sldIdLst>
  <p:sldSz cx="12192000" cy="6858000"/>
  <p:notesSz cx="7023100" cy="93091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B99B3"/>
    <a:srgbClr val="020151"/>
    <a:srgbClr val="003399"/>
    <a:srgbClr val="010127"/>
    <a:srgbClr val="04004D"/>
    <a:srgbClr val="04004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958" autoAdjust="0"/>
    <p:restoredTop sz="94660"/>
  </p:normalViewPr>
  <p:slideViewPr>
    <p:cSldViewPr snapToGrid="0">
      <p:cViewPr varScale="1">
        <p:scale>
          <a:sx n="83" d="100"/>
          <a:sy n="83" d="100"/>
        </p:scale>
        <p:origin x="126" y="6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24" Type="http://schemas.microsoft.com/office/2015/10/relationships/revisionInfo" Target="revisionInfo.xml"/><Relationship Id="rId25" Type="http://schemas.openxmlformats.org/officeDocument/2006/relationships/slide" Target="slides/slide1.xml"/><Relationship Id="rId26" Type="http://schemas.openxmlformats.org/officeDocument/2006/relationships/slide" Target="slides/slide2.xml"/><Relationship Id="rId27" Type="http://schemas.openxmlformats.org/officeDocument/2006/relationships/slide" Target="slides/slide3.xml"/><Relationship Id="rId28" Type="http://schemas.openxmlformats.org/officeDocument/2006/relationships/slide" Target="slides/slide4.xml"/><Relationship Id="rId29" Type="http://schemas.openxmlformats.org/officeDocument/2006/relationships/slide" Target="slides/slide5.xml"/><Relationship Id="rId30" Type="http://schemas.openxmlformats.org/officeDocument/2006/relationships/slide" Target="slides/slide6.xml"/><Relationship Id="rId31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43343" cy="467071"/>
          </a:xfrm>
          <a:prstGeom prst="rect">
            <a:avLst/>
          </a:prstGeom>
        </p:spPr>
        <p:txBody>
          <a:bodyPr vert="horz" lIns="93317" tIns="46659" rIns="93317" bIns="4665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8132" y="0"/>
            <a:ext cx="3043343" cy="467071"/>
          </a:xfrm>
          <a:prstGeom prst="rect">
            <a:avLst/>
          </a:prstGeom>
        </p:spPr>
        <p:txBody>
          <a:bodyPr vert="horz" lIns="93317" tIns="46659" rIns="93317" bIns="46659" rtlCol="0"/>
          <a:lstStyle>
            <a:lvl1pPr algn="r">
              <a:defRPr sz="1200"/>
            </a:lvl1pPr>
          </a:lstStyle>
          <a:p>
            <a:fld id="{7F7B82D3-D4F7-4B8B-8BE1-460FB89887CB}" type="datetimeFigureOut">
              <a:rPr lang="en-US" smtClean="0"/>
              <a:t>2/6/2018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19138" y="1163638"/>
            <a:ext cx="5584825" cy="314166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317" tIns="46659" rIns="93317" bIns="46659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2310" y="4480004"/>
            <a:ext cx="5618480" cy="3665459"/>
          </a:xfrm>
          <a:prstGeom prst="rect">
            <a:avLst/>
          </a:prstGeom>
        </p:spPr>
        <p:txBody>
          <a:bodyPr vert="horz" lIns="93317" tIns="46659" rIns="93317" bIns="46659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42030"/>
            <a:ext cx="3043343" cy="467070"/>
          </a:xfrm>
          <a:prstGeom prst="rect">
            <a:avLst/>
          </a:prstGeom>
        </p:spPr>
        <p:txBody>
          <a:bodyPr vert="horz" lIns="93317" tIns="46659" rIns="93317" bIns="4665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8132" y="8842030"/>
            <a:ext cx="3043343" cy="467070"/>
          </a:xfrm>
          <a:prstGeom prst="rect">
            <a:avLst/>
          </a:prstGeom>
        </p:spPr>
        <p:txBody>
          <a:bodyPr vert="horz" lIns="93317" tIns="46659" rIns="93317" bIns="46659" rtlCol="0" anchor="b"/>
          <a:lstStyle>
            <a:lvl1pPr algn="r">
              <a:defRPr sz="1200"/>
            </a:lvl1pPr>
          </a:lstStyle>
          <a:p>
            <a:fld id="{211EEFB6-8312-4F1B-A70E-46D57B978E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66168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Relationship Id="rId3" Type="http://schemas.openxmlformats.org/officeDocument/2006/relationships/image" Target="../media/image3.jp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="" xmlns:a16="http://schemas.microsoft.com/office/drawing/2014/main" id="{4669A8AA-85C3-4D8C-9C61-3E926044398E}"/>
              </a:ext>
            </a:extLst>
          </p:cNvPr>
          <p:cNvSpPr/>
          <p:nvPr userDrawn="1"/>
        </p:nvSpPr>
        <p:spPr>
          <a:xfrm>
            <a:off x="9682645" y="-4747"/>
            <a:ext cx="2509355" cy="6869866"/>
          </a:xfrm>
          <a:prstGeom prst="rect">
            <a:avLst/>
          </a:prstGeom>
          <a:solidFill>
            <a:srgbClr val="9B99B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="" xmlns:a16="http://schemas.microsoft.com/office/drawing/2014/main" id="{358B2F07-B815-45D0-9D66-9BD0EA66D7C8}"/>
              </a:ext>
            </a:extLst>
          </p:cNvPr>
          <p:cNvSpPr/>
          <p:nvPr userDrawn="1"/>
        </p:nvSpPr>
        <p:spPr>
          <a:xfrm>
            <a:off x="0" y="-4746"/>
            <a:ext cx="2623225" cy="6869865"/>
          </a:xfrm>
          <a:prstGeom prst="rect">
            <a:avLst/>
          </a:prstGeom>
          <a:solidFill>
            <a:srgbClr val="9B99B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="" xmlns:a16="http://schemas.microsoft.com/office/drawing/2014/main" id="{30FBFD15-DCFC-4A08-A2A1-02ACD5A3FF90}"/>
              </a:ext>
            </a:extLst>
          </p:cNvPr>
          <p:cNvSpPr/>
          <p:nvPr userDrawn="1"/>
        </p:nvSpPr>
        <p:spPr>
          <a:xfrm>
            <a:off x="2623225" y="-4747"/>
            <a:ext cx="7059420" cy="6869866"/>
          </a:xfrm>
          <a:prstGeom prst="rect">
            <a:avLst/>
          </a:prstGeom>
          <a:blipFill>
            <a:blip r:embed="rId2">
              <a:alphaModFix amt="40000"/>
            </a:blip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="" xmlns:a16="http://schemas.microsoft.com/office/drawing/2014/main" id="{9979B57B-7150-4612-9450-C0F92594C44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="" xmlns:a16="http://schemas.microsoft.com/office/drawing/2014/main" id="{A3258583-E441-499E-9EA8-B8C6E91C47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="" xmlns:a16="http://schemas.microsoft.com/office/drawing/2014/main" id="{303EF15F-0678-4ECF-A020-821D2CF13A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b="0"/>
            </a:lvl1pPr>
          </a:lstStyle>
          <a:p>
            <a:fld id="{971C0534-AC82-40C9-9D5F-C772AE9BC3F8}" type="datetimeFigureOut">
              <a:rPr lang="en-US" smtClean="0"/>
              <a:pPr/>
              <a:t>2/6/2018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="" xmlns:a16="http://schemas.microsoft.com/office/drawing/2014/main" id="{DCCEF7E5-DA2B-4B3F-A945-10BD04854C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="" xmlns:a16="http://schemas.microsoft.com/office/drawing/2014/main" id="{534E2B13-544C-40AE-9F59-7DB4367BA4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8BF1B2-8942-48EC-B5EF-B915FB58F2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93859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CB8DE3DB-64C3-4633-9F61-8FC18903E4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5021" y="365125"/>
            <a:ext cx="9772761" cy="659559"/>
          </a:xfrm>
        </p:spPr>
        <p:txBody>
          <a:bodyPr/>
          <a:lstStyle>
            <a:lvl1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DF0EB07E-4285-4E6E-AD42-45F8F36522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8121" y="1222110"/>
            <a:ext cx="11165680" cy="4954853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7" name="Picture 6" descr="http://holychildcatholicschool.org/images/AMDG.jpg">
            <a:extLst>
              <a:ext uri="{FF2B5EF4-FFF2-40B4-BE49-F238E27FC236}">
                <a16:creationId xmlns="" xmlns:a16="http://schemas.microsoft.com/office/drawing/2014/main" id="{1A075D24-58FB-45E0-97FB-D110E42AAD23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8120" y="5525927"/>
            <a:ext cx="1143000" cy="12242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Content Placeholder 5">
            <a:extLst>
              <a:ext uri="{FF2B5EF4-FFF2-40B4-BE49-F238E27FC236}">
                <a16:creationId xmlns="" xmlns:a16="http://schemas.microsoft.com/office/drawing/2014/main" id="{FB4AF569-35E8-469F-B966-1D4991D7CAC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38880" y="139366"/>
            <a:ext cx="1410420" cy="13716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="" xmlns:a16="http://schemas.microsoft.com/office/drawing/2014/main" id="{B84A9ABD-6110-4F9E-A27C-F9036C891C1E}"/>
              </a:ext>
            </a:extLst>
          </p:cNvPr>
          <p:cNvSpPr txBox="1"/>
          <p:nvPr userDrawn="1"/>
        </p:nvSpPr>
        <p:spPr>
          <a:xfrm>
            <a:off x="3201787" y="6315103"/>
            <a:ext cx="8534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b="1" dirty="0">
                <a:solidFill>
                  <a:schemeClr val="accent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HOLY CHILD CATHOLIC SCHOOL: RAISING SAINTS, FORMING SCHOLARS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="" xmlns:a16="http://schemas.microsoft.com/office/drawing/2014/main" id="{388B6997-9B4F-4EE7-914A-92A8BA753781}"/>
              </a:ext>
            </a:extLst>
          </p:cNvPr>
          <p:cNvCxnSpPr>
            <a:cxnSpLocks/>
          </p:cNvCxnSpPr>
          <p:nvPr userDrawn="1"/>
        </p:nvCxnSpPr>
        <p:spPr>
          <a:xfrm>
            <a:off x="1449421" y="6176963"/>
            <a:ext cx="10302312" cy="0"/>
          </a:xfrm>
          <a:prstGeom prst="line">
            <a:avLst/>
          </a:prstGeom>
          <a:ln w="76200"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="" xmlns:a16="http://schemas.microsoft.com/office/drawing/2014/main" id="{03000B35-988C-48A1-ADC2-1647C99D651C}"/>
              </a:ext>
            </a:extLst>
          </p:cNvPr>
          <p:cNvCxnSpPr>
            <a:cxnSpLocks/>
          </p:cNvCxnSpPr>
          <p:nvPr userDrawn="1"/>
        </p:nvCxnSpPr>
        <p:spPr>
          <a:xfrm>
            <a:off x="535021" y="1083971"/>
            <a:ext cx="10029217" cy="0"/>
          </a:xfrm>
          <a:prstGeom prst="line">
            <a:avLst/>
          </a:prstGeom>
          <a:ln w="76200"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757807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CB8DE3DB-64C3-4633-9F61-8FC18903E4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DF0EB07E-4285-4E6E-AD42-45F8F36522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="" xmlns:a16="http://schemas.microsoft.com/office/drawing/2014/main" id="{04824955-E026-44BF-8067-2E63350848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1C0534-AC82-40C9-9D5F-C772AE9BC3F8}" type="datetimeFigureOut">
              <a:rPr lang="en-US" smtClean="0"/>
              <a:t>2/6/2018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="" xmlns:a16="http://schemas.microsoft.com/office/drawing/2014/main" id="{E5A09ADB-6E4C-43AA-BB7C-70B5A2964F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="" xmlns:a16="http://schemas.microsoft.com/office/drawing/2014/main" id="{0B8CA01D-21B6-4ABA-B6C2-96C9C90A04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8BF1B2-8942-48EC-B5EF-B915FB58F2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4054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4FAEB7C1-DD30-4865-9833-83DCA35EEB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="" xmlns:a16="http://schemas.microsoft.com/office/drawing/2014/main" id="{86A761F3-83C6-4288-98A2-3135ED7707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="" xmlns:a16="http://schemas.microsoft.com/office/drawing/2014/main" id="{5C2F6C69-7C10-48B0-96AB-A761483EE5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1C0534-AC82-40C9-9D5F-C772AE9BC3F8}" type="datetimeFigureOut">
              <a:rPr lang="en-US" smtClean="0"/>
              <a:t>2/6/2018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="" xmlns:a16="http://schemas.microsoft.com/office/drawing/2014/main" id="{EF6BD7CE-3188-491C-B4FE-438777C2D6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="" xmlns:a16="http://schemas.microsoft.com/office/drawing/2014/main" id="{8E270E74-54CD-4F67-B266-4729B18A58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8BF1B2-8942-48EC-B5EF-B915FB58F2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85830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96D14BA5-5DD2-464F-8FFC-EF73EA4E32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7DD371AE-C255-4A0E-B44E-E9679A5148E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="" xmlns:a16="http://schemas.microsoft.com/office/drawing/2014/main" id="{F5527C34-E774-4655-AEE1-E70ABC6EC2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="" xmlns:a16="http://schemas.microsoft.com/office/drawing/2014/main" id="{FFFD1F88-A305-4A7D-8E81-6AE05E2792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1C0534-AC82-40C9-9D5F-C772AE9BC3F8}" type="datetimeFigureOut">
              <a:rPr lang="en-US" smtClean="0"/>
              <a:t>2/6/2018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="" xmlns:a16="http://schemas.microsoft.com/office/drawing/2014/main" id="{C4F5F146-52A6-4111-9C7F-C5BF359CC2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="" xmlns:a16="http://schemas.microsoft.com/office/drawing/2014/main" id="{AA750156-9087-4EA7-8488-00E2780D22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8BF1B2-8942-48EC-B5EF-B915FB58F2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36072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06F4BDEB-D1EC-40F9-841D-BC3132411B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="" xmlns:a16="http://schemas.microsoft.com/office/drawing/2014/main" id="{B237CA18-FF83-45EC-88F7-0CA86345A8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="" xmlns:a16="http://schemas.microsoft.com/office/drawing/2014/main" id="{F5CFF859-32AA-466B-AF27-6CCB30FFAF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="" xmlns:a16="http://schemas.microsoft.com/office/drawing/2014/main" id="{6A4DE44C-C283-4F7F-BB1C-5CD070761D3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="" xmlns:a16="http://schemas.microsoft.com/office/drawing/2014/main" id="{D26A7AB5-B21D-4167-A1F6-946692F302A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="" xmlns:a16="http://schemas.microsoft.com/office/drawing/2014/main" id="{DD5E004F-CEF7-4CEA-9835-D861554F25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1C0534-AC82-40C9-9D5F-C772AE9BC3F8}" type="datetimeFigureOut">
              <a:rPr lang="en-US" smtClean="0"/>
              <a:t>2/6/2018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="" xmlns:a16="http://schemas.microsoft.com/office/drawing/2014/main" id="{8D943420-EAF1-4344-9250-C2B16892A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="" xmlns:a16="http://schemas.microsoft.com/office/drawing/2014/main" id="{A9C4A0F3-AEEC-4D44-9526-E32BCF5AFB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8BF1B2-8942-48EC-B5EF-B915FB58F2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27224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AF01C001-212E-436C-83D2-8DFDBB7F7E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="" xmlns:a16="http://schemas.microsoft.com/office/drawing/2014/main" id="{FB577058-9124-4331-ADC5-D160D2E776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1C0534-AC82-40C9-9D5F-C772AE9BC3F8}" type="datetimeFigureOut">
              <a:rPr lang="en-US" smtClean="0"/>
              <a:t>2/6/2018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="" xmlns:a16="http://schemas.microsoft.com/office/drawing/2014/main" id="{E3389A19-0ABB-423C-AEFF-8EFABE840A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="" xmlns:a16="http://schemas.microsoft.com/office/drawing/2014/main" id="{CD73D961-334C-4C95-8423-183ABE87D7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8BF1B2-8942-48EC-B5EF-B915FB58F2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66895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="" xmlns:a16="http://schemas.microsoft.com/office/drawing/2014/main" id="{A89639A4-174A-413D-B74E-E4279C3FF3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1C0534-AC82-40C9-9D5F-C772AE9BC3F8}" type="datetimeFigureOut">
              <a:rPr lang="en-US" smtClean="0"/>
              <a:t>2/6/2018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="" xmlns:a16="http://schemas.microsoft.com/office/drawing/2014/main" id="{F9A44539-2BFC-4045-94DA-EADA31805D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0D146B6B-D651-4A86-9C20-15F23CCA28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8BF1B2-8942-48EC-B5EF-B915FB58F2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68592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20114B55-5F65-48CD-82BF-D7882C2941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B4AD0B03-7A6B-4416-9619-3ABE579F73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="" xmlns:a16="http://schemas.microsoft.com/office/drawing/2014/main" id="{07A1D364-FC10-44C7-B6DE-729C5B3C3AC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="" xmlns:a16="http://schemas.microsoft.com/office/drawing/2014/main" id="{14FAA908-CEE0-480B-ABC5-0B045D8A3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1C0534-AC82-40C9-9D5F-C772AE9BC3F8}" type="datetimeFigureOut">
              <a:rPr lang="en-US" smtClean="0"/>
              <a:t>2/6/2018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="" xmlns:a16="http://schemas.microsoft.com/office/drawing/2014/main" id="{3ECC886D-9A21-4869-9403-72A47A7714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="" xmlns:a16="http://schemas.microsoft.com/office/drawing/2014/main" id="{8CBF93ED-BCD5-4E56-8850-6D21CCB0E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8BF1B2-8942-48EC-B5EF-B915FB58F2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71981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C55A50F2-28BA-40C5-A5D2-665E38FB2F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="" xmlns:a16="http://schemas.microsoft.com/office/drawing/2014/main" id="{2F20D352-72A3-40EF-B11D-73111226546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="" xmlns:a16="http://schemas.microsoft.com/office/drawing/2014/main" id="{22E147FE-7C16-446B-BA0C-D0F61AAE873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="" xmlns:a16="http://schemas.microsoft.com/office/drawing/2014/main" id="{3A373D32-097F-44BF-8AB5-E889A37015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1C0534-AC82-40C9-9D5F-C772AE9BC3F8}" type="datetimeFigureOut">
              <a:rPr lang="en-US" smtClean="0"/>
              <a:t>2/6/2018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="" xmlns:a16="http://schemas.microsoft.com/office/drawing/2014/main" id="{AF5EAD7A-1CCB-4BA3-8D49-E3468E02B4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="" xmlns:a16="http://schemas.microsoft.com/office/drawing/2014/main" id="{DD4D3487-8808-4A0B-9551-6ACD963548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8BF1B2-8942-48EC-B5EF-B915FB58F2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36593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94F58824-0A00-4268-9799-EE306C029D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="" xmlns:a16="http://schemas.microsoft.com/office/drawing/2014/main" id="{878AB82F-D6E5-428B-AE46-DA85B61CF71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="" xmlns:a16="http://schemas.microsoft.com/office/drawing/2014/main" id="{E4FA224F-9304-46DE-A64E-5F239B914D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1C0534-AC82-40C9-9D5F-C772AE9BC3F8}" type="datetimeFigureOut">
              <a:rPr lang="en-US" smtClean="0"/>
              <a:t>2/6/2018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="" xmlns:a16="http://schemas.microsoft.com/office/drawing/2014/main" id="{61396001-5D00-4507-AD2B-23357FAB9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="" xmlns:a16="http://schemas.microsoft.com/office/drawing/2014/main" id="{0437C604-0716-46D2-939A-BC46C71CAB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8BF1B2-8942-48EC-B5EF-B915FB58F2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21300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="" xmlns:a16="http://schemas.microsoft.com/office/drawing/2014/main" id="{7756161D-7C5A-4F80-B7BE-8B773F3D1A9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="" xmlns:a16="http://schemas.microsoft.com/office/drawing/2014/main" id="{6E60B2E1-347B-46D3-9F31-5DD0587A31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="" xmlns:a16="http://schemas.microsoft.com/office/drawing/2014/main" id="{FC21C4A1-4C7A-4EE8-8AD6-D1029264F5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1C0534-AC82-40C9-9D5F-C772AE9BC3F8}" type="datetimeFigureOut">
              <a:rPr lang="en-US" smtClean="0"/>
              <a:t>2/6/2018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="" xmlns:a16="http://schemas.microsoft.com/office/drawing/2014/main" id="{21F6B4F9-48AB-4D66-A5D9-5BA17BD19D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="" xmlns:a16="http://schemas.microsoft.com/office/drawing/2014/main" id="{F1E981BA-9FB6-42B8-B33A-2B7BD5EBE8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8BF1B2-8942-48EC-B5EF-B915FB58F2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400675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="" xmlns:a16="http://schemas.microsoft.com/office/drawing/2014/main" id="{1FBF2EF4-89A0-4DE1-BEB7-8F1B030A71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="" xmlns:a16="http://schemas.microsoft.com/office/drawing/2014/main" id="{1AE6BD1F-2DEF-42EC-9645-45464EE994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="" xmlns:a16="http://schemas.microsoft.com/office/drawing/2014/main" id="{5A7CBE6F-5766-4830-8A7E-AA23A5B8CFE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71C0534-AC82-40C9-9D5F-C772AE9BC3F8}" type="datetimeFigureOut">
              <a:rPr lang="en-US" smtClean="0"/>
              <a:t>2/6/2018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="" xmlns:a16="http://schemas.microsoft.com/office/drawing/2014/main" id="{B97F57C3-BA72-4CE6-A160-6FFA2EA2201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="" xmlns:a16="http://schemas.microsoft.com/office/drawing/2014/main" id="{99CB7899-B14A-4DA4-AF60-0843997F34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58BF1B2-8942-48EC-B5EF-B915FB58F2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40017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90590" y="1122335"/>
            <a:ext cx="10858500" cy="2387590"/>
          </a:xfrm>
        </p:spPr>
        <p:txBody>
          <a:bodyPr/>
          <a:lstStyle/>
          <a:p>
            <a:r>
              <a:t>HCCS Network Printer Installation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30" y="3602004"/>
            <a:ext cx="9144000" cy="1655796"/>
          </a:xfrm>
        </p:spPr>
        <p:txBody>
          <a:bodyPr>
            <a:normAutofit/>
          </a:bodyPr>
          <a:lstStyle/>
          <a:p>
            <a:pPr lvl="0"/>
            <a:r>
              <a:t>Douglas Coombs</a:t>
            </a:r>
          </a:p>
          <a:p>
            <a:pPr lvl="0"/>
            <a:r>
              <a:t>February 6, 2018, </a:t>
            </a:r>
            <a:r>
              <a:t>Rev. 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type="obj" idx="1"/>
          </p:nvPr>
        </p:nvSpPr>
        <p:spPr/>
        <p:txBody>
          <a:bodyPr wrap="square"/>
          <a:lstStyle/>
          <a:p>
            <a:pPr lvl="0"/>
            <a:r>
              <a:t>Description of Current Printers</a:t>
            </a:r>
          </a:p>
          <a:p>
            <a:pPr lvl="0"/>
            <a:r>
              <a:t>Printer </a:t>
            </a:r>
            <a:r>
              <a:t>I</a:t>
            </a:r>
            <a:r>
              <a:t>nstallation </a:t>
            </a:r>
            <a:r>
              <a:t>I</a:t>
            </a:r>
            <a:r>
              <a:t>nstructions 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Current Printers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type="obj" idx="1"/>
          </p:nvPr>
        </p:nvSpPr>
        <p:spPr>
          <a:xfrm>
            <a:off x="188092" y="1222096"/>
            <a:ext cx="11651468" cy="4954859"/>
          </a:xfrm>
        </p:spPr>
        <p:txBody>
          <a:bodyPr wrap="square"/>
          <a:lstStyle/>
          <a:p>
            <a:pPr lvl="0"/>
            <a:r>
              <a:t>Teacher’s Lounge</a:t>
            </a:r>
          </a:p>
          <a:p>
            <a:pPr lvl="1"/>
            <a:r>
              <a:t>Color HP Wireless (Model #): 192.168.1.57</a:t>
            </a:r>
          </a:p>
          <a:p>
            <a:pPr lvl="1"/>
            <a:r>
              <a:t>HP Color </a:t>
            </a:r>
            <a:r>
              <a:t>Laserjet</a:t>
            </a:r>
            <a:r>
              <a:t> 3500: 192.168.1.58</a:t>
            </a:r>
          </a:p>
          <a:p>
            <a:pPr lvl="0"/>
            <a:r>
              <a:t>Mrs. Teeter’s 1/2</a:t>
            </a:r>
            <a:r>
              <a:t>nd</a:t>
            </a:r>
            <a:r>
              <a:t> Classroom</a:t>
            </a:r>
          </a:p>
          <a:p>
            <a:pPr lvl="1"/>
            <a:r>
              <a:t>BW: HP </a:t>
            </a:r>
            <a:r>
              <a:t>Laserjet</a:t>
            </a:r>
            <a:r>
              <a:t> 4050N: IP Address TBD (ideally 192.168.1.59)</a:t>
            </a:r>
          </a:p>
          <a:p>
            <a:pPr lvl="0"/>
            <a:r>
              <a:t>Outside Mrs. Sanchez Classroom</a:t>
            </a:r>
          </a:p>
          <a:p>
            <a:pPr lvl="1"/>
            <a:r>
              <a:t>BW: HP </a:t>
            </a:r>
            <a:r>
              <a:t>Laserjet</a:t>
            </a:r>
            <a:r>
              <a:t> 4100: 192.168.1.97</a:t>
            </a:r>
          </a:p>
          <a:p>
            <a:pPr lvl="0"/>
            <a:r>
              <a:t> 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6095" y="365120"/>
            <a:ext cx="10058400" cy="659557"/>
          </a:xfrm>
        </p:spPr>
        <p:txBody>
          <a:bodyPr>
            <a:normAutofit fontScale="90000"/>
          </a:bodyPr>
          <a:lstStyle/>
          <a:p>
            <a:r>
              <a:t>Installing a Network Printer Using TCP/IP (1/4)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type="obj" idx="1"/>
          </p:nvPr>
        </p:nvSpPr>
        <p:spPr>
          <a:xfrm>
            <a:off x="188092" y="1222096"/>
            <a:ext cx="11651468" cy="4954859"/>
          </a:xfrm>
        </p:spPr>
        <p:txBody>
          <a:bodyPr wrap="square"/>
          <a:lstStyle/>
          <a:p>
            <a:pPr lvl="0"/>
            <a:r>
              <a:t>Overview of steps</a:t>
            </a:r>
          </a:p>
          <a:p>
            <a:pPr lvl="0"/>
            <a:r>
              <a:t>Control Panel -&gt; Devices and printers</a:t>
            </a:r>
          </a:p>
          <a:p>
            <a:pPr lvl="1"/>
            <a:r>
              <a:t>Add a printer</a:t>
            </a:r>
            <a:r>
              <a:t> </a:t>
            </a:r>
          </a:p>
          <a:p>
            <a:pPr lvl="0"/>
            <a:r>
              <a:t>Add a Local Printer</a:t>
            </a:r>
          </a:p>
          <a:p>
            <a:pPr lvl="0"/>
            <a:r>
              <a:t>Create a New Port</a:t>
            </a:r>
          </a:p>
          <a:p>
            <a:pPr lvl="1"/>
            <a:r>
              <a:t>Select Type of Port: Standard TCP/IP Port</a:t>
            </a:r>
          </a:p>
          <a:p>
            <a:pPr lvl="0"/>
            <a:r>
              <a:t>Type IP Address in Hostname or IP address: 192.168.1.##</a:t>
            </a:r>
          </a:p>
          <a:p>
            <a:pPr lvl="0"/>
            <a:r>
              <a:t>Installing the Printer Driver Add Printer -&gt; Have Disk</a:t>
            </a:r>
          </a:p>
          <a:p>
            <a:pPr lvl="0"/>
            <a:r>
              <a:t>Print Test Page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5015" y="365120"/>
            <a:ext cx="10032705" cy="659557"/>
          </a:xfrm>
        </p:spPr>
        <p:txBody>
          <a:bodyPr>
            <a:normAutofit fontScale="90000"/>
          </a:bodyPr>
          <a:lstStyle/>
          <a:p>
            <a:r>
              <a:t>Installing a Network Printer Using TCP/IP (2/4)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type="obj" idx="1"/>
          </p:nvPr>
        </p:nvSpPr>
        <p:spPr>
          <a:xfrm>
            <a:off x="188092" y="1222096"/>
            <a:ext cx="11651468" cy="4954859"/>
          </a:xfrm>
        </p:spPr>
        <p:txBody>
          <a:bodyPr wrap="square"/>
          <a:lstStyle/>
          <a:p>
            <a:pPr lvl="0"/>
            <a:r>
              <a:t>Control Panel -&gt; Devices and printers</a:t>
            </a:r>
          </a:p>
          <a:p>
            <a:pPr lvl="1"/>
            <a:r>
              <a:t>Add a printer</a:t>
            </a:r>
            <a:r>
              <a:t> </a:t>
            </a:r>
          </a:p>
          <a:p>
            <a:pPr lvl="0"/>
            <a:r>
              <a:t>Add a Local Printer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186373" y="2425263"/>
            <a:ext cx="647669" cy="202173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4.png"/>
          <p:cNvPicPr>
            <a:picLocks noChangeAspect="1"/>
          </p:cNvPicPr>
          <p:nvPr/>
        </p:nvPicPr>
        <p:blipFill>
          <a:blip r:embed="rId2"/>
          <a:srcRect b="21134"/>
          <a:stretch>
            <a:fillRect/>
          </a:stretch>
        </p:blipFill>
        <p:spPr>
          <a:xfrm>
            <a:off x="5322265" y="1779330"/>
            <a:ext cx="6390010" cy="424409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5015" y="365120"/>
            <a:ext cx="10090495" cy="659557"/>
          </a:xfrm>
        </p:spPr>
        <p:txBody>
          <a:bodyPr>
            <a:normAutofit fontScale="90000"/>
          </a:bodyPr>
          <a:lstStyle/>
          <a:p>
            <a:r>
              <a:t>Installing a Network Printer Using TCP/IP (3/4)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type="obj" idx="1"/>
          </p:nvPr>
        </p:nvSpPr>
        <p:spPr>
          <a:xfrm>
            <a:off x="188092" y="1222096"/>
            <a:ext cx="11651468" cy="4954859"/>
          </a:xfrm>
        </p:spPr>
        <p:txBody>
          <a:bodyPr wrap="square"/>
          <a:lstStyle/>
          <a:p>
            <a:pPr lvl="0"/>
            <a:r>
              <a:t>Add a Local Printer</a:t>
            </a:r>
          </a:p>
          <a:p>
            <a:pPr lvl="0"/>
            <a:r>
              <a:t>Create a New Port</a:t>
            </a:r>
          </a:p>
          <a:p>
            <a:pPr lvl="1"/>
            <a:r>
              <a:t>Select Type of Port: Standard TCP/IP Port</a:t>
            </a:r>
          </a:p>
        </p:txBody>
      </p:sp>
      <p:pic>
        <p:nvPicPr>
          <p:cNvPr id="4" name="Picture 3" descr="imag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9440" y="2597993"/>
            <a:ext cx="4593031" cy="3364351"/>
          </a:xfrm>
          <a:prstGeom prst="rect">
            <a:avLst/>
          </a:prstGeom>
        </p:spPr>
      </p:pic>
      <p:pic>
        <p:nvPicPr>
          <p:cNvPr id="5" name="Picture 4" descr="image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9605" y="1994397"/>
            <a:ext cx="5417088" cy="396794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5015" y="365120"/>
            <a:ext cx="10021092" cy="659557"/>
          </a:xfrm>
        </p:spPr>
        <p:txBody>
          <a:bodyPr>
            <a:normAutofit fontScale="90000"/>
          </a:bodyPr>
          <a:lstStyle/>
          <a:p>
            <a:r>
              <a:t>Installing a Network Printer Using TCP/IP (4/4)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type="obj" idx="1"/>
          </p:nvPr>
        </p:nvSpPr>
        <p:spPr>
          <a:xfrm>
            <a:off x="188092" y="1222096"/>
            <a:ext cx="11651468" cy="4954859"/>
          </a:xfrm>
        </p:spPr>
        <p:txBody>
          <a:bodyPr wrap="square"/>
          <a:lstStyle/>
          <a:p>
            <a:pPr lvl="0"/>
            <a:r>
              <a:t>Type IP Address in Hostname or IP address: 192.168.1.##</a:t>
            </a:r>
          </a:p>
          <a:p>
            <a:pPr lvl="0"/>
            <a:r>
              <a:t>Installing the Printer Driver Add Printer -&gt; Have Disk</a:t>
            </a:r>
          </a:p>
        </p:txBody>
      </p:sp>
      <p:sp>
        <p:nvSpPr>
          <p:cNvPr id="4" name="Rectangle 3"/>
          <p:cNvSpPr/>
          <p:nvPr/>
        </p:nvSpPr>
        <p:spPr>
          <a:xfrm>
            <a:off x="10556107" y="5023439"/>
            <a:ext cx="983802" cy="28940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21614" y="3981663"/>
            <a:ext cx="3028675" cy="21250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21614" y="3692347"/>
            <a:ext cx="3028675" cy="19065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2798" y="2338120"/>
            <a:ext cx="4994269" cy="3658240"/>
          </a:xfrm>
          <a:prstGeom prst="rect">
            <a:avLst/>
          </a:prstGeom>
        </p:spPr>
      </p:pic>
      <p:pic>
        <p:nvPicPr>
          <p:cNvPr id="8" name="Picture 7" descr="image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4157" y="2338120"/>
            <a:ext cx="4994269" cy="365824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6120</TotalTime>
  <Words>206</Words>
  <Application>Microsoft Office PowerPoint</Application>
  <PresentationFormat>Widescreen</PresentationFormat>
  <Paragraphs>37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3" baseType="lpstr">
      <vt:lpstr>Arial</vt:lpstr>
      <vt:lpstr>Calibri</vt:lpstr>
      <vt:lpstr>Calibri Light</vt:lpstr>
      <vt:lpstr>Times New Roman</vt:lpstr>
      <vt:lpstr>Wingdings</vt:lpstr>
      <vt:lpstr>Office Theme</vt:lpstr>
      <vt:lpstr>HCCS Network Printer Installation</vt:lpstr>
      <vt:lpstr>Overview</vt:lpstr>
      <vt:lpstr>Current Printers</vt:lpstr>
      <vt:lpstr>Installing a Network Printer Using TCP/IP (1/4) </vt:lpstr>
      <vt:lpstr>Installing a Network Printer Using TCP/IP (2/4)</vt:lpstr>
      <vt:lpstr>Installing a Network Printer Using TCP/IP (3/4) </vt:lpstr>
      <vt:lpstr>Installing a Network Printer Using TCP/IP (4/4) 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cfam</dc:creator>
  <cp:lastModifiedBy>Coombs,Douglas M</cp:lastModifiedBy>
  <cp:revision>54</cp:revision>
  <cp:lastPrinted>2017-10-30T16:53:42Z</cp:lastPrinted>
  <dcterms:created xsi:type="dcterms:W3CDTF">2017-10-21T04:06:09Z</dcterms:created>
  <dcterms:modified xsi:type="dcterms:W3CDTF">2018-02-06T18:43:38Z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TitusGUID">
    <vt:lpwstr>073af042-833c-47dd-b860-957f86ae111e</vt:lpwstr>
  </property>
  <property fmtid="{D5CDD505-2E9C-101B-9397-08002B2CF9AE}" pid="3" name="techData">
    <vt:lpwstr>No</vt:lpwstr>
  </property>
</Properties>
</file>