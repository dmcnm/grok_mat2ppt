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30" autoAdjust="0"/>
    <p:restoredTop sz="94660"/>
  </p:normalViewPr>
  <p:slideViewPr>
    <p:cSldViewPr snapToGrid="0">
      <p:cViewPr varScale="1">
        <p:scale>
          <a:sx n="64" d="100"/>
          <a:sy n="64" d="100"/>
        </p:scale>
        <p:origin x="10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C3CD6-DDBD-404B-B9EF-96DA753DE8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BB3336-9657-4345-B3C1-C78034670F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DF9726-AACD-447A-A536-E99485925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CAE26-DC4B-40B0-AA71-79A794444606}" type="datetimeFigureOut">
              <a:rPr lang="en-US" smtClean="0"/>
              <a:t>3/2/2018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2A0E6E-6CC3-40A0-B151-E55AA3D59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5C68E9-8218-4342-8658-CF5C57CF3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EBD8-602C-4319-9146-7430882F2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534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61C40-0A06-4E12-93CF-65D15ABDB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55FF67-6E16-4253-A614-22FB8D6944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EBFFEC-C620-40EA-B9FF-DC96BAF5B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CAE26-DC4B-40B0-AA71-79A794444606}" type="datetimeFigureOut">
              <a:rPr lang="en-US" smtClean="0"/>
              <a:t>3/2/2018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56E35B-F899-4E95-BCA3-C42C20ABC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D6B20-8048-4DF7-AACA-F8C5C0BB3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EBD8-602C-4319-9146-7430882F2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172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5B437-7309-4832-A8E9-F6ED4F62D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8804D5-29F6-41B4-A48F-3740140E0E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1F8C8C-C6E3-4F86-B308-B35B0BB19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CAE26-DC4B-40B0-AA71-79A794444606}" type="datetimeFigureOut">
              <a:rPr lang="en-US" smtClean="0"/>
              <a:t>3/2/2018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F5EBD6-ED01-4707-BF93-87D3FBB91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FA9520-DA46-4E55-91C0-CE6C46BE2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EBD8-602C-4319-9146-7430882F2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184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1F9DA-DB97-476A-833E-524AFAC7E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06E383-9B5B-47E1-A5DA-CA156DB058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5AE81F-541B-4969-BAEF-8F81499482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2CD98A-D894-494E-ABFE-2582C1216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CAE26-DC4B-40B0-AA71-79A794444606}" type="datetimeFigureOut">
              <a:rPr lang="en-US" smtClean="0"/>
              <a:t>3/2/2018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4C2DAE-A0BB-4524-9F63-807D2A536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9623BA-12B0-438D-BC16-07BF91DFF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EBD8-602C-4319-9146-7430882F2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7732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A8036-74E0-4070-BE7C-9AD0EE0DA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61D20F-9469-475D-ABBA-8499506484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55C754-F920-42BF-9754-594074EB71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2E426E-9EA3-457C-BCCC-0E5C8FCD5C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AF7FD0-C47C-41E7-987C-EE361BC584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233119-52AE-4235-AFE0-ADBB6EFE4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CAE26-DC4B-40B0-AA71-79A794444606}" type="datetimeFigureOut">
              <a:rPr lang="en-US" smtClean="0"/>
              <a:t>3/2/2018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0DA2E9F-9B77-4AD1-97BB-96E664FB2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22A391-8882-4E6F-BCC4-319F6B26A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EBD8-602C-4319-9146-7430882F2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385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66EBD-A07F-4CE4-89E2-475FA5421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ACDAFBD-4A15-4CEC-BE3B-A6917286D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CAE26-DC4B-40B0-AA71-79A794444606}" type="datetimeFigureOut">
              <a:rPr lang="en-US" smtClean="0"/>
              <a:t>3/2/2018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998020-F32A-4BE7-B57A-5FC2B359D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CB49BA-9D88-4395-A868-D9F39FEC3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EBD8-602C-4319-9146-7430882F2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5211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578A33-5054-4721-8DDD-DEC241E11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CAE26-DC4B-40B0-AA71-79A794444606}" type="datetimeFigureOut">
              <a:rPr lang="en-US" smtClean="0"/>
              <a:t>3/2/2018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0EC27C-BBFF-43CF-8942-7074E81CC4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EEC17E-7CE9-46F1-93E7-DAB6B250B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EBD8-602C-4319-9146-7430882F2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331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53853-5BCF-47FC-9F74-7C96C2E25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BC573F-A5A3-4AC6-8075-59FDC460EE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E48633-04C5-411E-BB62-822786DD7E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EED411-6A00-43AC-9BBC-4F08E628E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CAE26-DC4B-40B0-AA71-79A794444606}" type="datetimeFigureOut">
              <a:rPr lang="en-US" smtClean="0"/>
              <a:t>3/2/2018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2A2C2F-3038-4CB2-8677-0A381C576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2FB4D3-8DD2-439E-8390-5216BF814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EBD8-602C-4319-9146-7430882F2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3642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AB56C-5F5F-4DB3-97B4-A28B8147D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7E51CC-1641-4094-ADC5-9BEC55C010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7D42CF-DEE4-424C-8571-AA8B206699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7F7EAA-3495-4E6F-96B7-3E00125DB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CAE26-DC4B-40B0-AA71-79A794444606}" type="datetimeFigureOut">
              <a:rPr lang="en-US" smtClean="0"/>
              <a:t>3/2/2018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A995CF-649C-432C-8547-43BA41640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A6F419-4CBE-4898-80A4-81533F60D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EBD8-602C-4319-9146-7430882F2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694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08635-B8D9-4789-B70F-3FB8B3413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6B3E25-F603-4376-B372-46B3D16BE5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8BC110-BC05-4D2F-B258-818D7F1C2F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CAE26-DC4B-40B0-AA71-79A794444606}" type="datetimeFigureOut">
              <a:rPr lang="en-US" smtClean="0"/>
              <a:t>3/2/2018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5195FE-63E8-4460-8313-15F22CF97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6D63D2-63D1-486D-AC94-F37B4876D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EBD8-602C-4319-9146-7430882F2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3430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0BECAA6-F8F8-454B-8569-923A07C760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217C50-4FAF-488E-BE14-6739CE06C5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8F07FE-7B25-47F4-BDC1-16F734AA2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CAE26-DC4B-40B0-AA71-79A794444606}" type="datetimeFigureOut">
              <a:rPr lang="en-US" smtClean="0"/>
              <a:t>3/2/2018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11FC4B-49FE-48C1-9E3F-4120C82D2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7E9EAA-AF73-4E45-9D3B-DC97CC7B3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EBD8-602C-4319-9146-7430882F2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4609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5EBF2A-2FD2-4558-B692-E5C0D94B5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58F296-B256-4D5E-A5C4-665D6A5A4D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60B1B1-841C-436C-9365-E1AD2CA78A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1CAE26-DC4B-40B0-AA71-79A794444606}" type="datetimeFigureOut">
              <a:rPr lang="en-US" smtClean="0"/>
              <a:t>3/2/2018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14CCFE-5FCE-4CCA-9123-44824D0A60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FEA6B8-B920-4FC9-A8EA-3626964349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02EBD8-602C-4319-9146-7430882F2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43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vibrationdata.wordpress.com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969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57200"/>
            <a:ext cx="12191969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4122755"/>
            <a:ext cx="12191969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9955"/>
            <a:ext cx="12191969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7955005"/>
            <a:ext cx="12191969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496586"/>
            <a:ext cx="7580833" cy="25852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buNone/>
            </a:pPr>
            <a:r>
              <a:t>If you going to use this package, please send an Email to:   tom@irvinemail.org</a:t>
            </a:r>
          </a:p>
          <a:p>
            <a:pPr lvl="0">
              <a:buNone/>
            </a:pPr>
            <a:r>
              <a:t>Go </a:t>
            </a:r>
            <a:r>
              <a:t>to:</a:t>
            </a:r>
          </a:p>
          <a:p>
            <a:pPr lvl="0">
              <a:buNone/>
            </a:pPr>
            <a:r>
              <a:rPr>
                <a:hlinkClick r:id="rId2"/>
              </a:rPr>
              <a:t>https://vibrationdata.wordpress.com/</a:t>
            </a:r>
          </a:p>
          <a:p>
            <a:pPr lvl="0">
              <a:buNone/>
            </a:pPr>
            <a:r>
              <a:t>Download &amp; extract the GUI package as shown on the next slide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7973" y="1061344"/>
            <a:ext cx="5911596" cy="8310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buNone/>
            </a:pPr>
            <a:r>
              <a:rPr sz="2400">
                <a:solidFill>
                  <a:schemeClr val="accent5"/>
                </a:solidFill>
              </a:rPr>
              <a:t>Download Vibration GUI</a:t>
            </a:r>
          </a:p>
          <a:p>
            <a:pPr lvl="0" algn="ctr">
              <a:buNone/>
            </a:pPr>
            <a:r>
              <a:rPr sz="2400">
                <a:solidFill>
                  <a:schemeClr val="accent5"/>
                </a:solidFill>
              </a:rPr>
              <a:t>by </a:t>
            </a:r>
            <a:r>
              <a:rPr sz="2400">
                <a:solidFill>
                  <a:schemeClr val="accent5"/>
                </a:solidFill>
              </a:rPr>
              <a:t>Tom Irvine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969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57200"/>
            <a:ext cx="12191969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4122755"/>
            <a:ext cx="12191969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9955"/>
            <a:ext cx="12191969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7955005"/>
            <a:ext cx="12191969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58863" y="4742352"/>
            <a:ext cx="3683294" cy="31473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843" y="776965"/>
            <a:ext cx="9396282" cy="530397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969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25352" y="4851806"/>
            <a:ext cx="12191969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4122755"/>
            <a:ext cx="12191969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579955"/>
            <a:ext cx="12191969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7955005"/>
            <a:ext cx="12191969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1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2024" y="1296527"/>
            <a:ext cx="1815175" cy="9233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t>Download the newest version &amp; extract the files</a:t>
            </a:r>
          </a:p>
        </p:txBody>
      </p:sp>
      <p:pic>
        <p:nvPicPr>
          <p:cNvPr id="10" name="Picture 9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439" y="429310"/>
            <a:ext cx="9323771" cy="58380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203496" y="2579430"/>
            <a:ext cx="5704758" cy="120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buNone/>
            </a:pPr>
            <a:r>
              <a:t>Set the path to the folder where the files have been extracted to.</a:t>
            </a:r>
          </a:p>
          <a:p>
            <a:pPr lvl="0">
              <a:buNone/>
            </a:pPr>
            <a:r>
              <a:t>Then type vibrationdata in the Command Window.</a:t>
            </a:r>
          </a:p>
        </p:txBody>
      </p:sp>
      <p:pic>
        <p:nvPicPr>
          <p:cNvPr id="5" name="Picture 4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538" y="300288"/>
            <a:ext cx="10257099" cy="613333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/>
        <p:txBody>
          <a:bodyPr/>
          <a:lstStyle/>
          <a:p/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475" y="614751"/>
            <a:ext cx="10619018" cy="56285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70</Words>
  <Application>Microsoft Office PowerPoint</Application>
  <PresentationFormat>Widescreen</PresentationFormat>
  <Paragraphs>14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Tom Irvine</dc:creator>
  <cp:lastModifiedBy>tirvine</cp:lastModifiedBy>
  <cp:revision>14</cp:revision>
  <dcterms:created xsi:type="dcterms:W3CDTF">2018-03-02T14:59:41Z</dcterms:created>
  <dcterms:modified xsi:type="dcterms:W3CDTF">2018-03-02T21:28:16Z</dcterms:modified>
</cp:coreProperties>
</file>