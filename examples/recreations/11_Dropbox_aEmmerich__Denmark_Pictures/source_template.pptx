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3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198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DE6E-349C-A19A-BE7C-5DAE98917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17873-9F31-5436-B708-B8F5A1AA0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A7993-D44B-40F3-06D6-ADD3F8C8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99C1C-6DDA-6EEB-ADC3-63E7FBE5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BB717-7B74-2D0F-A12D-E824F674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5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F2BD-F6AC-3E54-A1DA-4A1D4892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E0816-245D-5D3D-C682-1E514E990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1B91-0DC8-EE2D-5619-F7DD29C8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61FAA-7B66-FA5E-5E07-28C0DAC0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319DD-8A31-8661-5C4C-E3F21417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8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12AC-DF52-D600-956D-70A0FE58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AD4C6-242F-B78B-D1EB-C671D3B5E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F960B-2A2D-5B26-FFB0-CFBC15977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76E9-4202-C55A-563B-B6F6E102E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E7789-45BD-930A-C014-85EABEEC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38B77-BA84-6374-43FD-AE93BB43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A95E-EBF5-0129-CA16-4F032F2DA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1A5CD-E681-31F6-DF3B-03C252F7D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0091E-0002-53FE-ED36-41024FB0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63E56-1D86-9368-0B53-8F498576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58A57-76C9-7311-3408-9E55F4D7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1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8FF-A9CD-7C05-BA9B-D2BB01C6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0429B-5F58-7414-C963-565503B61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D79EA-2737-4AFE-873A-5980AC60D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94C94-F5FE-C788-6A18-75794060A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3D4B1-1924-8D11-D397-50B0613E9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02306-F860-E3ED-4A8C-A28EEBBC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F7C73-24D8-36AA-49BA-DFD84549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12010-CCCD-6D21-02DD-7FD2975A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4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10538-A5E7-150A-068E-65DB65F7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C05B4-5660-BA79-3370-7EEEE2BB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3CCA3-D411-DFC2-9D9C-446D8FBE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BDC39-B7A3-3336-D30B-F3E9E484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8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A55A2-322D-2309-286B-E505A454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A4FCD4-D817-84E1-AF9D-956DFB7C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EEBB5-81CC-16CC-3652-D7487D099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58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B3356-469C-7A07-6EEE-46422936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90D3-1320-9493-59C2-341C7190B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5A969-7D9A-018B-FFE6-2C4724E22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1DBF7-0A71-A963-40F2-968D4630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9A781-0837-F0BB-2F1F-834971B8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6CEA6-27CF-FAB5-3B13-E41B1F3A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20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919B-655D-107C-C2CB-9AADF8B9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7102E-7E68-B042-8069-51B4EB1F9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2F0CE-66B3-E95F-317A-E4D396518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25F5D-5CA1-F23E-A742-85687AD4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A9DC7-16BA-9B8F-C203-BF60F844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49D42-252C-CA64-C8E8-BDAC6ED0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0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3E8B-BE18-FABE-552C-532EEDD6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34258-CDC3-3BAB-B017-C31D7DA05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2A27-7B25-97F4-3814-2B7227F9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99C27-1ED9-4CDB-8F86-A705A506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3978A-4C08-A383-19EE-D9464C6B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1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1BDC9-ECD0-B090-A84B-9A5B91F4D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0763A-8EBE-0A1D-1A44-6E7A7F0B8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8C82E-F34C-E267-932D-17CDD63A5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1B2D3-AE98-532D-966D-E7DA9845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A3A5D-6212-67E0-D74A-F96435A0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3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E24332-C487-DC83-60AA-6597D61F3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8CC46-CBE7-6818-CAD6-A0DA4CFE9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342A-9771-994E-FE2E-BC9F48D7A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2493E-C00C-BD19-8A0C-F40CB612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24CE2-6252-8062-CD42-A1DC6976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2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2</cp:revision>
  <dcterms:created xsi:type="dcterms:W3CDTF">2023-02-14T05:29:34Z</dcterms:created>
  <dcterms:modified xsi:type="dcterms:W3CDTF">2023-02-20T17:25:56Z</dcterms:modified>
</cp:coreProperties>
</file>