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1524000" y="1788284"/>
            <a:ext cx="9144000" cy="2387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Chesterton AcademyEmergency Communication Options</a:t>
            </a:r>
          </a:p>
        </p:txBody>
      </p:sp>
      <p:sp>
        <p:nvSpPr>
          <p:cNvPr id="5" name="Rectangle 4"/>
          <p:cNvSpPr/>
          <p:nvPr/>
        </p:nvSpPr>
        <p:spPr>
          <a:xfrm>
            <a:off x="3756572" y="4421505"/>
            <a:ext cx="3944994" cy="83099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CoombsFebruary 8,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 of Options</a:t>
            </a:r>
          </a:p>
        </p:txBody>
      </p:sp>
      <p:sp>
        <p:nvSpPr>
          <p:cNvPr id="5" name="Rectangle 4"/>
          <p:cNvSpPr/>
          <p:nvPr/>
        </p:nvSpPr>
        <p:spPr>
          <a:xfrm>
            <a:off x="493094" y="1132764"/>
            <a:ext cx="1147137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ProgramsJupiterEdPotentially cheapest and easiest to set upFlocknotesMuch more flexible but also more expensive and time consuming to set upStandalone Texting SolutionsExpertTexting.comSeems straightforward with intuitive user interfaceOffers two-way texting with parents, if desiredPer text pricing makes it more attractive for infrequent, emergency useTextEmAll.com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JupiterEd.com</a:t>
            </a:r>
          </a:p>
        </p:txBody>
      </p:sp>
      <p:sp>
        <p:nvSpPr>
          <p:cNvPr id="5" name="Rectangle 4"/>
          <p:cNvSpPr/>
          <p:nvPr/>
        </p:nvSpPr>
        <p:spPr>
          <a:xfrm>
            <a:off x="493094" y="1132764"/>
            <a:ext cx="1071744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Parents need to login to JupiterEd and opt-in to emergency texting serviceAnother option would be to use non-emergency text messages for weather announcements, but these can get lost as they are common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Flocknotes</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serviceMrs. Sena is familiar with the serviceMore expensive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ExpertTexting.com</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TextEmAll.com</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jkh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