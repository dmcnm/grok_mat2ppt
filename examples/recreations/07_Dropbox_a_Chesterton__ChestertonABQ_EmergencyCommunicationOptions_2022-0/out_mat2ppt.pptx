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2.jpeg"/>
          <p:cNvPicPr>
            <a:picLocks noChangeAspect="1"/>
          </p:cNvPicPr>
          <p:nvPr/>
        </p:nvPicPr>
        <p:blipFill>
          <a:blip r:embed="rId2"/>
          <a:stretch>
            <a:fillRect/>
          </a:stretch>
        </p:blipFill>
        <p:spPr>
          <a:xfrm>
            <a:off x="73820" y="6096269"/>
            <a:ext cx="648692" cy="694793"/>
          </a:xfrm>
          <a:prstGeom prst="rect">
            <a:avLst/>
          </a:prstGeom>
        </p:spPr>
      </p:pic>
      <p:pic>
        <p:nvPicPr>
          <p:cNvPr id="3" name="Picture 2" descr="image3.jpg"/>
          <p:cNvPicPr>
            <a:picLocks noChangeAspect="1"/>
          </p:cNvPicPr>
          <p:nvPr/>
        </p:nvPicPr>
        <p:blipFill>
          <a:blip r:embed="rId3"/>
          <a:stretch>
            <a:fillRect/>
          </a:stretch>
        </p:blipFill>
        <p:spPr>
          <a:xfrm>
            <a:off x="11000831" y="82217"/>
            <a:ext cx="1097280" cy="1067079"/>
          </a:xfrm>
          <a:prstGeom prst="rect">
            <a:avLst/>
          </a:prstGeom>
        </p:spPr>
      </p:pic>
      <p:sp>
        <p:nvSpPr>
          <p:cNvPr id="4" name="Rectangle 3"/>
          <p:cNvSpPr/>
          <p:nvPr/>
        </p:nvSpPr>
        <p:spPr>
          <a:xfrm>
            <a:off x="1524000" y="1788284"/>
            <a:ext cx="9144000" cy="23876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Chesterton AcademyEmergency Communication Options</a:t>
            </a:r>
          </a:p>
        </p:txBody>
      </p:sp>
      <p:sp>
        <p:nvSpPr>
          <p:cNvPr id="5" name="Rectangle 4"/>
          <p:cNvSpPr/>
          <p:nvPr/>
        </p:nvSpPr>
        <p:spPr>
          <a:xfrm>
            <a:off x="3756572" y="4421505"/>
            <a:ext cx="3944994" cy="830997"/>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Douglas CoombsFebruary 8, 2022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93095" y="1227"/>
            <a:ext cx="10515600" cy="106708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Overview of Options</a:t>
            </a:r>
          </a:p>
        </p:txBody>
      </p:sp>
      <p:sp>
        <p:nvSpPr>
          <p:cNvPr id="3" name="Rectangle 2"/>
          <p:cNvSpPr/>
          <p:nvPr/>
        </p:nvSpPr>
        <p:spPr>
          <a:xfrm>
            <a:off x="493094" y="1132764"/>
            <a:ext cx="11471379" cy="50560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Comprehensive Email and Texting ProgramsJupiterEdPotentially cheapest and easiest to set upFlocknotesMuch more flexible but also more expensive and time consuming to set upStandalone Texting SolutionsExpertTexting.comSeems straightforward with intuitive user interfaceOffers two-way texting with parents, if desiredPer text pricing makes it more attractive for infrequent, emergency useTextEmAll.com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93095" y="1227"/>
            <a:ext cx="10515600" cy="106708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JupiterEd.com</a:t>
            </a:r>
          </a:p>
        </p:txBody>
      </p:sp>
      <p:sp>
        <p:nvSpPr>
          <p:cNvPr id="3" name="Rectangle 2"/>
          <p:cNvSpPr/>
          <p:nvPr/>
        </p:nvSpPr>
        <p:spPr>
          <a:xfrm>
            <a:off x="493094" y="1132764"/>
            <a:ext cx="10717449" cy="50560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Parents need to login to JupiterEd and opt-in to emergency texting serviceAnother option would be to use non-emergency text messages for weather announcements, but these can get lost as they are common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93095" y="1227"/>
            <a:ext cx="10515600" cy="106708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Flocknotes</a:t>
            </a:r>
          </a:p>
        </p:txBody>
      </p:sp>
      <p:sp>
        <p:nvSpPr>
          <p:cNvPr id="3" name="Rectangle 2"/>
          <p:cNvSpPr/>
          <p:nvPr/>
        </p:nvSpPr>
        <p:spPr>
          <a:xfrm>
            <a:off x="493095" y="1190542"/>
            <a:ext cx="11243092" cy="4848274"/>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Comprehensive email and texting serviceMrs. Sena is familiar with the serviceMore expensive at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93095" y="1227"/>
            <a:ext cx="10515600" cy="106708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ExpertTexting.com</a:t>
            </a:r>
          </a:p>
        </p:txBody>
      </p:sp>
      <p:sp>
        <p:nvSpPr>
          <p:cNvPr id="3" name="Rectangle 2"/>
          <p:cNvSpPr/>
          <p:nvPr/>
        </p:nvSpPr>
        <p:spPr>
          <a:xfrm>
            <a:off x="493095" y="1190542"/>
            <a:ext cx="11243092" cy="4848274"/>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Com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93095" y="1227"/>
            <a:ext cx="10515600" cy="106708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TextEmAll.com</a:t>
            </a:r>
          </a:p>
        </p:txBody>
      </p:sp>
      <p:sp>
        <p:nvSpPr>
          <p:cNvPr id="3" name="Rectangle 2"/>
          <p:cNvSpPr/>
          <p:nvPr/>
        </p:nvSpPr>
        <p:spPr>
          <a:xfrm>
            <a:off x="493095" y="1190542"/>
            <a:ext cx="11243092" cy="4848274"/>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jkh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